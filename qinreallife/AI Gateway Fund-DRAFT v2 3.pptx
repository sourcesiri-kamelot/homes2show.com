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28"/>
  </p:notesMasterIdLst>
  <p:sldIdLst>
    <p:sldId id="256" r:id="rId2"/>
    <p:sldId id="292" r:id="rId3"/>
    <p:sldId id="258" r:id="rId4"/>
    <p:sldId id="259" r:id="rId5"/>
    <p:sldId id="261" r:id="rId6"/>
    <p:sldId id="293" r:id="rId7"/>
    <p:sldId id="276" r:id="rId8"/>
    <p:sldId id="266" r:id="rId9"/>
    <p:sldId id="295" r:id="rId10"/>
    <p:sldId id="296" r:id="rId11"/>
    <p:sldId id="289" r:id="rId12"/>
    <p:sldId id="277" r:id="rId13"/>
    <p:sldId id="264" r:id="rId14"/>
    <p:sldId id="270" r:id="rId15"/>
    <p:sldId id="308" r:id="rId16"/>
    <p:sldId id="316" r:id="rId17"/>
    <p:sldId id="319" r:id="rId18"/>
    <p:sldId id="317" r:id="rId19"/>
    <p:sldId id="320" r:id="rId20"/>
    <p:sldId id="318" r:id="rId21"/>
    <p:sldId id="265" r:id="rId22"/>
    <p:sldId id="301" r:id="rId23"/>
    <p:sldId id="285" r:id="rId24"/>
    <p:sldId id="303" r:id="rId25"/>
    <p:sldId id="283" r:id="rId26"/>
    <p:sldId id="307" r:id="rId27"/>
  </p:sldIdLst>
  <p:sldSz cx="9144000" cy="5143500" type="screen16x9"/>
  <p:notesSz cx="7102475" cy="9388475"/>
  <p:embeddedFontLst>
    <p:embeddedFont>
      <p:font typeface="Barlow" panose="00000500000000000000" pitchFamily="2" charset="0"/>
      <p:regular r:id="rId29"/>
      <p:bold r:id="rId30"/>
      <p:italic r:id="rId31"/>
      <p:boldItalic r:id="rId32"/>
    </p:embeddedFont>
    <p:embeddedFont>
      <p:font typeface="Barlow Condensed ExtraBold" panose="00000906000000000000" pitchFamily="2" charset="0"/>
      <p:bold r:id="rId33"/>
      <p:italic r:id="rId34"/>
      <p:boldItalic r:id="rId35"/>
    </p:embeddedFont>
    <p:embeddedFont>
      <p:font typeface="Barlow Medium" panose="00000600000000000000" pitchFamily="2" charset="0"/>
      <p:regular r:id="rId36"/>
      <p:bold r:id="rId37"/>
      <p:italic r:id="rId38"/>
      <p:boldItalic r:id="rId39"/>
    </p:embeddedFont>
    <p:embeddedFont>
      <p:font typeface="Josefin Sans" pitchFamily="2" charset="0"/>
      <p:regular r:id="rId40"/>
      <p:bold r:id="rId41"/>
      <p:italic r:id="rId42"/>
      <p:boldItalic r:id="rId42"/>
    </p:embeddedFont>
    <p:embeddedFont>
      <p:font typeface="Lora"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CF185"/>
    <a:srgbClr val="F3F3F3"/>
    <a:srgbClr val="C5E0B4"/>
    <a:srgbClr val="D7D7D8"/>
    <a:srgbClr val="CCCCCE"/>
    <a:srgbClr val="051734"/>
    <a:srgbClr val="D0F0C0"/>
    <a:srgbClr val="ACDF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F01571A-04D5-4E44-A451-8C2C898817BC}">
  <a:tblStyle styleId="{0F01571A-04D5-4E44-A451-8C2C898817BC}" styleName="Table_0">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6E7E7"/>
          </a:solidFill>
        </a:fill>
      </a:tcStyle>
    </a:wholeTbl>
    <a:band1H>
      <a:tcTxStyle/>
      <a:tcStyle>
        <a:tcBdr/>
        <a:fill>
          <a:solidFill>
            <a:srgbClr val="CACBCC"/>
          </a:solidFill>
        </a:fill>
      </a:tcStyle>
    </a:band1H>
    <a:band2H>
      <a:tcTxStyle/>
      <a:tcStyle>
        <a:tcBdr/>
      </a:tcStyle>
    </a:band2H>
    <a:band1V>
      <a:tcTxStyle/>
      <a:tcStyle>
        <a:tcBdr/>
        <a:fill>
          <a:solidFill>
            <a:srgbClr val="CACBCC"/>
          </a:solidFill>
        </a:fill>
      </a:tcStyle>
    </a:band1V>
    <a:band2V>
      <a:tcTxStyle/>
      <a:tcStyle>
        <a:tcBdr/>
      </a:tcStyle>
    </a:band2V>
    <a:lastCol>
      <a:tcTxStyle b="on" i="off">
        <a:font>
          <a:latin typeface="Calibri"/>
          <a:ea typeface="Calibri"/>
          <a:cs typeface="Calibri"/>
        </a:font>
        <a:srgbClr val="FFFFFF"/>
      </a:tcTxStyle>
      <a:tcStyle>
        <a:tcBdr/>
        <a:fill>
          <a:solidFill>
            <a:srgbClr val="061A39"/>
          </a:solidFill>
        </a:fill>
      </a:tcStyle>
    </a:lastCol>
    <a:firstCol>
      <a:tcTxStyle b="on" i="off">
        <a:font>
          <a:latin typeface="Calibri"/>
          <a:ea typeface="Calibri"/>
          <a:cs typeface="Calibri"/>
        </a:font>
        <a:srgbClr val="FFFFFF"/>
      </a:tcTxStyle>
      <a:tcStyle>
        <a:tcBdr/>
        <a:fill>
          <a:solidFill>
            <a:srgbClr val="061A39"/>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061A39"/>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061A39"/>
          </a:solidFill>
        </a:fill>
      </a:tcStyle>
    </a:firstRow>
    <a:neCell>
      <a:tcTxStyle/>
      <a:tcStyle>
        <a:tcBdr/>
      </a:tcStyle>
    </a:neCell>
    <a:nwCell>
      <a:tcTxStyle/>
      <a:tcStyle>
        <a:tcBdr/>
      </a:tcStyle>
    </a:nw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260"/>
    <p:restoredTop sz="96327"/>
  </p:normalViewPr>
  <p:slideViewPr>
    <p:cSldViewPr snapToGrid="0" snapToObjects="1">
      <p:cViewPr varScale="1">
        <p:scale>
          <a:sx n="98" d="100"/>
          <a:sy n="98" d="100"/>
        </p:scale>
        <p:origin x="667" y="293"/>
      </p:cViewPr>
      <p:guideLst/>
    </p:cSldViewPr>
  </p:slideViewPr>
  <p:notesTextViewPr>
    <p:cViewPr>
      <p:scale>
        <a:sx n="1" d="1"/>
        <a:sy n="1" d="1"/>
      </p:scale>
      <p:origin x="0" y="0"/>
    </p:cViewPr>
  </p:notesTextViewPr>
  <p:sorterViewPr>
    <p:cViewPr>
      <p:scale>
        <a:sx n="100" d="100"/>
        <a:sy n="100" d="100"/>
      </p:scale>
      <p:origin x="0" y="-104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248" y="4459526"/>
            <a:ext cx="5681980" cy="4224814"/>
          </a:xfrm>
          <a:prstGeom prst="rect">
            <a:avLst/>
          </a:prstGeom>
          <a:noFill/>
          <a:ln>
            <a:noFill/>
          </a:ln>
        </p:spPr>
        <p:txBody>
          <a:bodyPr spcFirstLastPara="1" wrap="square" lIns="94213" tIns="94213" rIns="94213" bIns="94213"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p: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89857d3298_1_175: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89857d3298_1_175: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extLst>
      <p:ext uri="{BB962C8B-B14F-4D97-AF65-F5344CB8AC3E}">
        <p14:creationId xmlns:p14="http://schemas.microsoft.com/office/powerpoint/2010/main" val="1027156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89857d3298_1_175: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89857d3298_1_175: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872a43c433_0_68: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872a43c433_0_68: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89857d3298_1_159: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89857d3298_1_159: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135347349ac_0_148: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135347349ac_0_148: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133dfb0f552_2_53: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133dfb0f552_2_53: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135347349ac_0_148: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135347349ac_0_148: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extLst>
      <p:ext uri="{BB962C8B-B14F-4D97-AF65-F5344CB8AC3E}">
        <p14:creationId xmlns:p14="http://schemas.microsoft.com/office/powerpoint/2010/main" val="2700081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135347349ac_0_148: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135347349ac_0_148: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extLst>
      <p:ext uri="{BB962C8B-B14F-4D97-AF65-F5344CB8AC3E}">
        <p14:creationId xmlns:p14="http://schemas.microsoft.com/office/powerpoint/2010/main" val="544197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899d2abbf8_0_95: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899d2abbf8_0_95: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899d2abbf8_0_164: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899d2abbf8_0_164: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133dfb0f552_2_210: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133dfb0f552_2_210: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a:extLst>
            <a:ext uri="{FF2B5EF4-FFF2-40B4-BE49-F238E27FC236}">
              <a16:creationId xmlns:a16="http://schemas.microsoft.com/office/drawing/2014/main" id="{13671E17-0FE8-E2FE-3A62-EDBBF231FE63}"/>
            </a:ext>
          </a:extLst>
        </p:cNvPr>
        <p:cNvGrpSpPr/>
        <p:nvPr/>
      </p:nvGrpSpPr>
      <p:grpSpPr>
        <a:xfrm>
          <a:off x="0" y="0"/>
          <a:ext cx="0" cy="0"/>
          <a:chOff x="0" y="0"/>
          <a:chExt cx="0" cy="0"/>
        </a:xfrm>
      </p:grpSpPr>
      <p:sp>
        <p:nvSpPr>
          <p:cNvPr id="281" name="Google Shape;281;g872a43c433_0_48:notes">
            <a:extLst>
              <a:ext uri="{FF2B5EF4-FFF2-40B4-BE49-F238E27FC236}">
                <a16:creationId xmlns:a16="http://schemas.microsoft.com/office/drawing/2014/main" id="{1CE3B5C6-FB6E-F18E-4484-3A5EDEF24852}"/>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872a43c433_0_48:notes">
            <a:extLst>
              <a:ext uri="{FF2B5EF4-FFF2-40B4-BE49-F238E27FC236}">
                <a16:creationId xmlns:a16="http://schemas.microsoft.com/office/drawing/2014/main" id="{91259930-FC57-FA64-742C-7938987EBF1C}"/>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extLst>
      <p:ext uri="{BB962C8B-B14F-4D97-AF65-F5344CB8AC3E}">
        <p14:creationId xmlns:p14="http://schemas.microsoft.com/office/powerpoint/2010/main" val="19456747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a:extLst>
            <a:ext uri="{FF2B5EF4-FFF2-40B4-BE49-F238E27FC236}">
              <a16:creationId xmlns:a16="http://schemas.microsoft.com/office/drawing/2014/main" id="{DE6B007C-A1C6-EEBB-4BEC-0532AF9B98B3}"/>
            </a:ext>
          </a:extLst>
        </p:cNvPr>
        <p:cNvGrpSpPr/>
        <p:nvPr/>
      </p:nvGrpSpPr>
      <p:grpSpPr>
        <a:xfrm>
          <a:off x="0" y="0"/>
          <a:ext cx="0" cy="0"/>
          <a:chOff x="0" y="0"/>
          <a:chExt cx="0" cy="0"/>
        </a:xfrm>
      </p:grpSpPr>
      <p:sp>
        <p:nvSpPr>
          <p:cNvPr id="316" name="Google Shape;316;g899d2abbf8_0_164:notes">
            <a:extLst>
              <a:ext uri="{FF2B5EF4-FFF2-40B4-BE49-F238E27FC236}">
                <a16:creationId xmlns:a16="http://schemas.microsoft.com/office/drawing/2014/main" id="{8CECAB8D-6B96-460A-2EF8-BD8837DBDD6C}"/>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899d2abbf8_0_164:notes">
            <a:extLst>
              <a:ext uri="{FF2B5EF4-FFF2-40B4-BE49-F238E27FC236}">
                <a16:creationId xmlns:a16="http://schemas.microsoft.com/office/drawing/2014/main" id="{5E275A69-7534-3CF9-5BBB-D789CAE7C13E}"/>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extLst>
      <p:ext uri="{BB962C8B-B14F-4D97-AF65-F5344CB8AC3E}">
        <p14:creationId xmlns:p14="http://schemas.microsoft.com/office/powerpoint/2010/main" val="3259161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a:extLst>
            <a:ext uri="{FF2B5EF4-FFF2-40B4-BE49-F238E27FC236}">
              <a16:creationId xmlns:a16="http://schemas.microsoft.com/office/drawing/2014/main" id="{DFC77AF8-B311-9621-6C8A-A1210AC10667}"/>
            </a:ext>
          </a:extLst>
        </p:cNvPr>
        <p:cNvGrpSpPr/>
        <p:nvPr/>
      </p:nvGrpSpPr>
      <p:grpSpPr>
        <a:xfrm>
          <a:off x="0" y="0"/>
          <a:ext cx="0" cy="0"/>
          <a:chOff x="0" y="0"/>
          <a:chExt cx="0" cy="0"/>
        </a:xfrm>
      </p:grpSpPr>
      <p:sp>
        <p:nvSpPr>
          <p:cNvPr id="316" name="Google Shape;316;g899d2abbf8_0_164:notes">
            <a:extLst>
              <a:ext uri="{FF2B5EF4-FFF2-40B4-BE49-F238E27FC236}">
                <a16:creationId xmlns:a16="http://schemas.microsoft.com/office/drawing/2014/main" id="{7ECC3B69-A398-D6AE-598A-D6AA8D825AA4}"/>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899d2abbf8_0_164:notes">
            <a:extLst>
              <a:ext uri="{FF2B5EF4-FFF2-40B4-BE49-F238E27FC236}">
                <a16:creationId xmlns:a16="http://schemas.microsoft.com/office/drawing/2014/main" id="{5C3A5827-ED40-8489-D6FF-A3183D5D60E3}"/>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extLst>
      <p:ext uri="{BB962C8B-B14F-4D97-AF65-F5344CB8AC3E}">
        <p14:creationId xmlns:p14="http://schemas.microsoft.com/office/powerpoint/2010/main" val="36249113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a:extLst>
            <a:ext uri="{FF2B5EF4-FFF2-40B4-BE49-F238E27FC236}">
              <a16:creationId xmlns:a16="http://schemas.microsoft.com/office/drawing/2014/main" id="{57047B03-ADF2-FC4F-A49E-DBB52D77D30F}"/>
            </a:ext>
          </a:extLst>
        </p:cNvPr>
        <p:cNvGrpSpPr/>
        <p:nvPr/>
      </p:nvGrpSpPr>
      <p:grpSpPr>
        <a:xfrm>
          <a:off x="0" y="0"/>
          <a:ext cx="0" cy="0"/>
          <a:chOff x="0" y="0"/>
          <a:chExt cx="0" cy="0"/>
        </a:xfrm>
      </p:grpSpPr>
      <p:sp>
        <p:nvSpPr>
          <p:cNvPr id="316" name="Google Shape;316;g899d2abbf8_0_164:notes">
            <a:extLst>
              <a:ext uri="{FF2B5EF4-FFF2-40B4-BE49-F238E27FC236}">
                <a16:creationId xmlns:a16="http://schemas.microsoft.com/office/drawing/2014/main" id="{4D30705D-3FB5-DC6A-8673-D82D6A70C4F4}"/>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899d2abbf8_0_164:notes">
            <a:extLst>
              <a:ext uri="{FF2B5EF4-FFF2-40B4-BE49-F238E27FC236}">
                <a16:creationId xmlns:a16="http://schemas.microsoft.com/office/drawing/2014/main" id="{245F56BA-1967-70B1-D1CF-6DB1E44389E3}"/>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extLst>
      <p:ext uri="{BB962C8B-B14F-4D97-AF65-F5344CB8AC3E}">
        <p14:creationId xmlns:p14="http://schemas.microsoft.com/office/powerpoint/2010/main" val="41577540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a:extLst>
            <a:ext uri="{FF2B5EF4-FFF2-40B4-BE49-F238E27FC236}">
              <a16:creationId xmlns:a16="http://schemas.microsoft.com/office/drawing/2014/main" id="{CE8837DF-8085-7CA3-B80E-D23911524B77}"/>
            </a:ext>
          </a:extLst>
        </p:cNvPr>
        <p:cNvGrpSpPr/>
        <p:nvPr/>
      </p:nvGrpSpPr>
      <p:grpSpPr>
        <a:xfrm>
          <a:off x="0" y="0"/>
          <a:ext cx="0" cy="0"/>
          <a:chOff x="0" y="0"/>
          <a:chExt cx="0" cy="0"/>
        </a:xfrm>
      </p:grpSpPr>
      <p:sp>
        <p:nvSpPr>
          <p:cNvPr id="316" name="Google Shape;316;g899d2abbf8_0_164:notes">
            <a:extLst>
              <a:ext uri="{FF2B5EF4-FFF2-40B4-BE49-F238E27FC236}">
                <a16:creationId xmlns:a16="http://schemas.microsoft.com/office/drawing/2014/main" id="{3ECE4D62-D800-7923-1AF0-20CBEDB738C2}"/>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899d2abbf8_0_164:notes">
            <a:extLst>
              <a:ext uri="{FF2B5EF4-FFF2-40B4-BE49-F238E27FC236}">
                <a16:creationId xmlns:a16="http://schemas.microsoft.com/office/drawing/2014/main" id="{7649BD00-BA2F-48D2-2A8B-A08A5339740E}"/>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extLst>
      <p:ext uri="{BB962C8B-B14F-4D97-AF65-F5344CB8AC3E}">
        <p14:creationId xmlns:p14="http://schemas.microsoft.com/office/powerpoint/2010/main" val="11767900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a:extLst>
            <a:ext uri="{FF2B5EF4-FFF2-40B4-BE49-F238E27FC236}">
              <a16:creationId xmlns:a16="http://schemas.microsoft.com/office/drawing/2014/main" id="{8ACFBECF-4E70-7692-8D4C-3644C8A72B8D}"/>
            </a:ext>
          </a:extLst>
        </p:cNvPr>
        <p:cNvGrpSpPr/>
        <p:nvPr/>
      </p:nvGrpSpPr>
      <p:grpSpPr>
        <a:xfrm>
          <a:off x="0" y="0"/>
          <a:ext cx="0" cy="0"/>
          <a:chOff x="0" y="0"/>
          <a:chExt cx="0" cy="0"/>
        </a:xfrm>
      </p:grpSpPr>
      <p:sp>
        <p:nvSpPr>
          <p:cNvPr id="316" name="Google Shape;316;g899d2abbf8_0_164:notes">
            <a:extLst>
              <a:ext uri="{FF2B5EF4-FFF2-40B4-BE49-F238E27FC236}">
                <a16:creationId xmlns:a16="http://schemas.microsoft.com/office/drawing/2014/main" id="{F467E5E7-CB62-715E-ACCB-F827ED633FD1}"/>
              </a:ext>
            </a:extLst>
          </p:cNvPr>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899d2abbf8_0_164:notes">
            <a:extLst>
              <a:ext uri="{FF2B5EF4-FFF2-40B4-BE49-F238E27FC236}">
                <a16:creationId xmlns:a16="http://schemas.microsoft.com/office/drawing/2014/main" id="{DDA0D5CE-D953-0545-A84F-EE563A94C0B0}"/>
              </a:ext>
            </a:extLst>
          </p:cNvPr>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extLst>
      <p:ext uri="{BB962C8B-B14F-4D97-AF65-F5344CB8AC3E}">
        <p14:creationId xmlns:p14="http://schemas.microsoft.com/office/powerpoint/2010/main" val="29009602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33dfb0f552_2_17: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33dfb0f552_2_17: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872a43c433_0_48: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872a43c433_0_48: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extLst>
      <p:ext uri="{BB962C8B-B14F-4D97-AF65-F5344CB8AC3E}">
        <p14:creationId xmlns:p14="http://schemas.microsoft.com/office/powerpoint/2010/main" val="23228392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8a7cfe84fc_0_57:notes"/>
          <p:cNvSpPr>
            <a:spLocks noGrp="1" noRot="1" noChangeAspect="1"/>
          </p:cNvSpPr>
          <p:nvPr>
            <p:ph type="sldImg" idx="2"/>
          </p:nvPr>
        </p:nvSpPr>
        <p:spPr>
          <a:xfrm>
            <a:off x="427038" y="706438"/>
            <a:ext cx="6275387" cy="352901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8a7cfe84fc_0_57:notes"/>
          <p:cNvSpPr txBox="1">
            <a:spLocks noGrp="1"/>
          </p:cNvSpPr>
          <p:nvPr>
            <p:ph type="body" idx="1"/>
          </p:nvPr>
        </p:nvSpPr>
        <p:spPr>
          <a:xfrm>
            <a:off x="712797" y="4471623"/>
            <a:ext cx="5702373" cy="4236275"/>
          </a:xfrm>
          <a:prstGeom prst="rect">
            <a:avLst/>
          </a:prstGeom>
        </p:spPr>
        <p:txBody>
          <a:bodyPr spcFirstLastPara="1" wrap="square" lIns="94496" tIns="94496" rIns="94496" bIns="94496" anchor="t" anchorCtr="0">
            <a:noAutofit/>
          </a:bodyPr>
          <a:lstStyle/>
          <a:p>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33dfb0f0c7_0_93:notes"/>
          <p:cNvSpPr>
            <a:spLocks noGrp="1" noRot="1" noChangeAspect="1"/>
          </p:cNvSpPr>
          <p:nvPr>
            <p:ph type="sldImg" idx="2"/>
          </p:nvPr>
        </p:nvSpPr>
        <p:spPr>
          <a:xfrm>
            <a:off x="427038" y="706438"/>
            <a:ext cx="6275387" cy="3529012"/>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33dfb0f0c7_0_93:notes"/>
          <p:cNvSpPr txBox="1">
            <a:spLocks noGrp="1"/>
          </p:cNvSpPr>
          <p:nvPr>
            <p:ph type="body" idx="1"/>
          </p:nvPr>
        </p:nvSpPr>
        <p:spPr>
          <a:xfrm>
            <a:off x="712797" y="4471623"/>
            <a:ext cx="5702373" cy="4236275"/>
          </a:xfrm>
          <a:prstGeom prst="rect">
            <a:avLst/>
          </a:prstGeom>
        </p:spPr>
        <p:txBody>
          <a:bodyPr spcFirstLastPara="1" wrap="square" lIns="94496" tIns="94496" rIns="94496" bIns="94496" anchor="t" anchorCtr="0">
            <a:noAutofit/>
          </a:bodyPr>
          <a:lstStyle/>
          <a:p>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89857d3298_1_300: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89857d3298_1_300: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872a43c433_0_48:notes"/>
          <p:cNvSpPr>
            <a:spLocks noGrp="1" noRot="1" noChangeAspect="1"/>
          </p:cNvSpPr>
          <p:nvPr>
            <p:ph type="sldImg" idx="2"/>
          </p:nvPr>
        </p:nvSpPr>
        <p:spPr>
          <a:xfrm>
            <a:off x="422275" y="704850"/>
            <a:ext cx="6257925" cy="35194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872a43c433_0_48:notes"/>
          <p:cNvSpPr txBox="1">
            <a:spLocks noGrp="1"/>
          </p:cNvSpPr>
          <p:nvPr>
            <p:ph type="body" idx="1"/>
          </p:nvPr>
        </p:nvSpPr>
        <p:spPr>
          <a:xfrm>
            <a:off x="710248" y="4459526"/>
            <a:ext cx="5681980" cy="4224814"/>
          </a:xfrm>
          <a:prstGeom prst="rect">
            <a:avLst/>
          </a:prstGeom>
        </p:spPr>
        <p:txBody>
          <a:bodyPr spcFirstLastPara="1" wrap="square" lIns="94213" tIns="94213" rIns="94213" bIns="94213" anchor="t" anchorCtr="0">
            <a:noAutofit/>
          </a:bodyPr>
          <a:lstStyle/>
          <a:p>
            <a:pPr marL="0" indent="0">
              <a:buNone/>
            </a:pPr>
            <a:endParaRPr dirty="0"/>
          </a:p>
        </p:txBody>
      </p:sp>
    </p:spTree>
    <p:extLst>
      <p:ext uri="{BB962C8B-B14F-4D97-AF65-F5344CB8AC3E}">
        <p14:creationId xmlns:p14="http://schemas.microsoft.com/office/powerpoint/2010/main" val="3221850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595050" y="2742125"/>
            <a:ext cx="2608500" cy="2401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0;p2"/>
          <p:cNvSpPr txBox="1">
            <a:spLocks noGrp="1"/>
          </p:cNvSpPr>
          <p:nvPr>
            <p:ph type="ctrTitle"/>
          </p:nvPr>
        </p:nvSpPr>
        <p:spPr>
          <a:xfrm>
            <a:off x="1041275" y="1765350"/>
            <a:ext cx="4486500" cy="27636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6100"/>
              <a:buFont typeface="Lora"/>
              <a:buNone/>
              <a:defRPr sz="6100">
                <a:solidFill>
                  <a:schemeClr val="lt1"/>
                </a:solidFill>
                <a:latin typeface="Lora"/>
                <a:ea typeface="Lora"/>
                <a:cs typeface="Lora"/>
                <a:sym typeface="Lora"/>
              </a:defRPr>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a:endParaRPr/>
          </a:p>
        </p:txBody>
      </p:sp>
      <p:sp>
        <p:nvSpPr>
          <p:cNvPr id="11" name="Google Shape;11;p2"/>
          <p:cNvSpPr txBox="1">
            <a:spLocks noGrp="1"/>
          </p:cNvSpPr>
          <p:nvPr>
            <p:ph type="subTitle" idx="1"/>
          </p:nvPr>
        </p:nvSpPr>
        <p:spPr>
          <a:xfrm>
            <a:off x="1120550" y="4528950"/>
            <a:ext cx="4230600" cy="737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800"/>
              <a:buFont typeface="Calibri"/>
              <a:buNone/>
              <a:defRPr>
                <a:solidFill>
                  <a:schemeClr val="lt1"/>
                </a:solidFill>
                <a:latin typeface="Calibri"/>
                <a:ea typeface="Calibri"/>
                <a:cs typeface="Calibri"/>
                <a:sym typeface="Calibri"/>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12" name="Google Shape;12;p2"/>
          <p:cNvSpPr/>
          <p:nvPr/>
        </p:nvSpPr>
        <p:spPr>
          <a:xfrm>
            <a:off x="5527775" y="-56775"/>
            <a:ext cx="2715000" cy="1176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hanks">
  <p:cSld name="TITLE_2">
    <p:spTree>
      <p:nvGrpSpPr>
        <p:cNvPr id="1" name="Shape 13"/>
        <p:cNvGrpSpPr/>
        <p:nvPr/>
      </p:nvGrpSpPr>
      <p:grpSpPr>
        <a:xfrm>
          <a:off x="0" y="0"/>
          <a:ext cx="0" cy="0"/>
          <a:chOff x="0" y="0"/>
          <a:chExt cx="0" cy="0"/>
        </a:xfrm>
      </p:grpSpPr>
      <p:sp>
        <p:nvSpPr>
          <p:cNvPr id="14" name="Google Shape;14;p3"/>
          <p:cNvSpPr/>
          <p:nvPr/>
        </p:nvSpPr>
        <p:spPr>
          <a:xfrm>
            <a:off x="-78725" y="1478575"/>
            <a:ext cx="5440200" cy="2298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15;p3"/>
          <p:cNvSpPr txBox="1">
            <a:spLocks noGrp="1"/>
          </p:cNvSpPr>
          <p:nvPr>
            <p:ph type="title"/>
          </p:nvPr>
        </p:nvSpPr>
        <p:spPr>
          <a:xfrm>
            <a:off x="1527036" y="2215104"/>
            <a:ext cx="3237000" cy="10059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lt1"/>
              </a:buClr>
              <a:buSzPts val="6000"/>
              <a:buFont typeface="Lora"/>
              <a:buNone/>
              <a:defRPr sz="6000">
                <a:solidFill>
                  <a:schemeClr val="lt1"/>
                </a:solidFill>
                <a:latin typeface="Lora"/>
                <a:ea typeface="Lora"/>
                <a:cs typeface="Lora"/>
                <a:sym typeface="Lora"/>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6" name="Google Shape;16;p3"/>
          <p:cNvSpPr txBox="1">
            <a:spLocks noGrp="1"/>
          </p:cNvSpPr>
          <p:nvPr>
            <p:ph type="subTitle" idx="1"/>
          </p:nvPr>
        </p:nvSpPr>
        <p:spPr>
          <a:xfrm>
            <a:off x="5648262" y="1779378"/>
            <a:ext cx="2840100" cy="1347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Calibri"/>
              <a:buNone/>
              <a:defRPr>
                <a:solidFill>
                  <a:schemeClr val="dk1"/>
                </a:solidFill>
                <a:latin typeface="Calibri"/>
                <a:ea typeface="Calibri"/>
                <a:cs typeface="Calibri"/>
                <a:sym typeface="Calibri"/>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17" name="Google Shape;17;p3"/>
          <p:cNvSpPr txBox="1"/>
          <p:nvPr/>
        </p:nvSpPr>
        <p:spPr>
          <a:xfrm>
            <a:off x="720000" y="3909238"/>
            <a:ext cx="4937400" cy="562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CREDITS: This presentation template was created by </a:t>
            </a:r>
            <a:r>
              <a:rPr lang="en" sz="1200" b="1">
                <a:solidFill>
                  <a:schemeClr val="dk1"/>
                </a:solidFill>
                <a:uFill>
                  <a:noFill/>
                </a:uFill>
                <a:latin typeface="Calibri"/>
                <a:ea typeface="Calibri"/>
                <a:cs typeface="Calibri"/>
                <a:sym typeface="Calibri"/>
                <a:hlinkClick r:id="rId2">
                  <a:extLst>
                    <a:ext uri="{A12FA001-AC4F-418D-AE19-62706E023703}">
                      <ahyp:hlinkClr xmlns:ahyp="http://schemas.microsoft.com/office/drawing/2018/hyperlinkcolor" val="tx"/>
                    </a:ext>
                  </a:extLst>
                </a:hlinkClick>
              </a:rPr>
              <a:t>Slidesgo</a:t>
            </a:r>
            <a:r>
              <a:rPr lang="en" sz="1200">
                <a:solidFill>
                  <a:schemeClr val="dk1"/>
                </a:solidFill>
                <a:latin typeface="Calibri"/>
                <a:ea typeface="Calibri"/>
                <a:cs typeface="Calibri"/>
                <a:sym typeface="Calibri"/>
              </a:rPr>
              <a:t>, including icons by </a:t>
            </a:r>
            <a:r>
              <a:rPr lang="en" sz="1200" b="1">
                <a:solidFill>
                  <a:schemeClr val="dk1"/>
                </a:solidFill>
                <a:uFill>
                  <a:noFill/>
                </a:uFill>
                <a:latin typeface="Calibri"/>
                <a:ea typeface="Calibri"/>
                <a:cs typeface="Calibri"/>
                <a:sym typeface="Calibri"/>
                <a:hlinkClick r:id="rId3">
                  <a:extLst>
                    <a:ext uri="{A12FA001-AC4F-418D-AE19-62706E023703}">
                      <ahyp:hlinkClr xmlns:ahyp="http://schemas.microsoft.com/office/drawing/2018/hyperlinkcolor" val="tx"/>
                    </a:ext>
                  </a:extLst>
                </a:hlinkClick>
              </a:rPr>
              <a:t>Flaticon</a:t>
            </a:r>
            <a:r>
              <a:rPr lang="en" sz="1200">
                <a:solidFill>
                  <a:schemeClr val="dk1"/>
                </a:solidFill>
                <a:latin typeface="Calibri"/>
                <a:ea typeface="Calibri"/>
                <a:cs typeface="Calibri"/>
                <a:sym typeface="Calibri"/>
              </a:rPr>
              <a:t> and infographics &amp; images by </a:t>
            </a:r>
            <a:r>
              <a:rPr lang="en" sz="1200" b="1">
                <a:solidFill>
                  <a:schemeClr val="dk1"/>
                </a:solidFill>
                <a:uFill>
                  <a:noFill/>
                </a:uFill>
                <a:latin typeface="Calibri"/>
                <a:ea typeface="Calibri"/>
                <a:cs typeface="Calibri"/>
                <a:sym typeface="Calibri"/>
                <a:hlinkClick r:id="rId4">
                  <a:extLst>
                    <a:ext uri="{A12FA001-AC4F-418D-AE19-62706E023703}">
                      <ahyp:hlinkClr xmlns:ahyp="http://schemas.microsoft.com/office/drawing/2018/hyperlinkcolor" val="tx"/>
                    </a:ext>
                  </a:extLst>
                </a:hlinkClick>
              </a:rPr>
              <a:t>Freepi</a:t>
            </a:r>
            <a:r>
              <a:rPr lang="en" sz="1200" b="1">
                <a:solidFill>
                  <a:schemeClr val="dk1"/>
                </a:solidFill>
                <a:latin typeface="Calibri"/>
                <a:ea typeface="Calibri"/>
                <a:cs typeface="Calibri"/>
                <a:sym typeface="Calibri"/>
              </a:rPr>
              <a:t>k</a:t>
            </a:r>
            <a:endParaRPr sz="1200" b="1" dirty="0">
              <a:solidFill>
                <a:schemeClr val="dk1"/>
              </a:solidFill>
              <a:latin typeface="Calibri"/>
              <a:ea typeface="Calibri"/>
              <a:cs typeface="Calibri"/>
              <a:sym typeface="Calibri"/>
            </a:endParaRPr>
          </a:p>
        </p:txBody>
      </p:sp>
      <p:sp>
        <p:nvSpPr>
          <p:cNvPr id="18" name="Google Shape;18;p3"/>
          <p:cNvSpPr/>
          <p:nvPr/>
        </p:nvSpPr>
        <p:spPr>
          <a:xfrm rot="10800000">
            <a:off x="4653635" y="4472050"/>
            <a:ext cx="3956677" cy="264994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9;p3"/>
          <p:cNvSpPr/>
          <p:nvPr/>
        </p:nvSpPr>
        <p:spPr>
          <a:xfrm flipH="1">
            <a:off x="-2391740" y="-1750426"/>
            <a:ext cx="3956677" cy="264994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ig title">
  <p:cSld name="TITLE_1">
    <p:spTree>
      <p:nvGrpSpPr>
        <p:cNvPr id="1" name="Shape 20"/>
        <p:cNvGrpSpPr/>
        <p:nvPr/>
      </p:nvGrpSpPr>
      <p:grpSpPr>
        <a:xfrm>
          <a:off x="0" y="0"/>
          <a:ext cx="0" cy="0"/>
          <a:chOff x="0" y="0"/>
          <a:chExt cx="0" cy="0"/>
        </a:xfrm>
      </p:grpSpPr>
      <p:sp>
        <p:nvSpPr>
          <p:cNvPr id="21" name="Google Shape;21;p4"/>
          <p:cNvSpPr/>
          <p:nvPr/>
        </p:nvSpPr>
        <p:spPr>
          <a:xfrm>
            <a:off x="-78725" y="986250"/>
            <a:ext cx="6414000" cy="317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22;p4"/>
          <p:cNvSpPr txBox="1">
            <a:spLocks noGrp="1"/>
          </p:cNvSpPr>
          <p:nvPr>
            <p:ph type="ctrTitle"/>
          </p:nvPr>
        </p:nvSpPr>
        <p:spPr>
          <a:xfrm>
            <a:off x="747450" y="1189950"/>
            <a:ext cx="5966100" cy="2763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8300"/>
              <a:buFont typeface="Lora"/>
              <a:buNone/>
              <a:defRPr sz="8300">
                <a:solidFill>
                  <a:schemeClr val="lt1"/>
                </a:solidFill>
                <a:latin typeface="Lora"/>
                <a:ea typeface="Lora"/>
                <a:cs typeface="Lora"/>
                <a:sym typeface="Lora"/>
              </a:defRPr>
            </a:lvl1pPr>
            <a:lvl2pPr lvl="1" algn="ctr" rtl="0">
              <a:spcBef>
                <a:spcPts val="0"/>
              </a:spcBef>
              <a:spcAft>
                <a:spcPts val="0"/>
              </a:spcAft>
              <a:buClr>
                <a:schemeClr val="lt1"/>
              </a:buClr>
              <a:buSzPts val="5200"/>
              <a:buNone/>
              <a:defRPr sz="5200">
                <a:solidFill>
                  <a:schemeClr val="lt1"/>
                </a:solidFill>
              </a:defRPr>
            </a:lvl2pPr>
            <a:lvl3pPr lvl="2" algn="ctr" rtl="0">
              <a:spcBef>
                <a:spcPts val="0"/>
              </a:spcBef>
              <a:spcAft>
                <a:spcPts val="0"/>
              </a:spcAft>
              <a:buClr>
                <a:schemeClr val="lt1"/>
              </a:buClr>
              <a:buSzPts val="5200"/>
              <a:buNone/>
              <a:defRPr sz="5200">
                <a:solidFill>
                  <a:schemeClr val="lt1"/>
                </a:solidFill>
              </a:defRPr>
            </a:lvl3pPr>
            <a:lvl4pPr lvl="3" algn="ctr" rtl="0">
              <a:spcBef>
                <a:spcPts val="0"/>
              </a:spcBef>
              <a:spcAft>
                <a:spcPts val="0"/>
              </a:spcAft>
              <a:buClr>
                <a:schemeClr val="lt1"/>
              </a:buClr>
              <a:buSzPts val="5200"/>
              <a:buNone/>
              <a:defRPr sz="5200">
                <a:solidFill>
                  <a:schemeClr val="lt1"/>
                </a:solidFill>
              </a:defRPr>
            </a:lvl4pPr>
            <a:lvl5pPr lvl="4" algn="ctr" rtl="0">
              <a:spcBef>
                <a:spcPts val="0"/>
              </a:spcBef>
              <a:spcAft>
                <a:spcPts val="0"/>
              </a:spcAft>
              <a:buClr>
                <a:schemeClr val="lt1"/>
              </a:buClr>
              <a:buSzPts val="5200"/>
              <a:buNone/>
              <a:defRPr sz="5200">
                <a:solidFill>
                  <a:schemeClr val="lt1"/>
                </a:solidFill>
              </a:defRPr>
            </a:lvl5pPr>
            <a:lvl6pPr lvl="5" algn="ctr" rtl="0">
              <a:spcBef>
                <a:spcPts val="0"/>
              </a:spcBef>
              <a:spcAft>
                <a:spcPts val="0"/>
              </a:spcAft>
              <a:buClr>
                <a:schemeClr val="lt1"/>
              </a:buClr>
              <a:buSzPts val="5200"/>
              <a:buNone/>
              <a:defRPr sz="5200">
                <a:solidFill>
                  <a:schemeClr val="lt1"/>
                </a:solidFill>
              </a:defRPr>
            </a:lvl6pPr>
            <a:lvl7pPr lvl="6" algn="ctr" rtl="0">
              <a:spcBef>
                <a:spcPts val="0"/>
              </a:spcBef>
              <a:spcAft>
                <a:spcPts val="0"/>
              </a:spcAft>
              <a:buClr>
                <a:schemeClr val="lt1"/>
              </a:buClr>
              <a:buSzPts val="5200"/>
              <a:buNone/>
              <a:defRPr sz="5200">
                <a:solidFill>
                  <a:schemeClr val="lt1"/>
                </a:solidFill>
              </a:defRPr>
            </a:lvl7pPr>
            <a:lvl8pPr lvl="7" algn="ctr" rtl="0">
              <a:spcBef>
                <a:spcPts val="0"/>
              </a:spcBef>
              <a:spcAft>
                <a:spcPts val="0"/>
              </a:spcAft>
              <a:buClr>
                <a:schemeClr val="lt1"/>
              </a:buClr>
              <a:buSzPts val="5200"/>
              <a:buNone/>
              <a:defRPr sz="5200">
                <a:solidFill>
                  <a:schemeClr val="lt1"/>
                </a:solidFill>
              </a:defRPr>
            </a:lvl8pPr>
            <a:lvl9pPr lvl="8" algn="ctr" rtl="0">
              <a:spcBef>
                <a:spcPts val="0"/>
              </a:spcBef>
              <a:spcAft>
                <a:spcPts val="0"/>
              </a:spcAft>
              <a:buClr>
                <a:schemeClr val="lt1"/>
              </a:buClr>
              <a:buSzPts val="5200"/>
              <a:buNone/>
              <a:defRPr sz="5200">
                <a:solidFill>
                  <a:schemeClr val="lt1"/>
                </a:solidFill>
              </a:defRPr>
            </a:lvl9pPr>
          </a:lstStyle>
          <a:p>
            <a:endParaRPr/>
          </a:p>
        </p:txBody>
      </p:sp>
      <p:sp>
        <p:nvSpPr>
          <p:cNvPr id="23" name="Google Shape;23;p4"/>
          <p:cNvSpPr/>
          <p:nvPr/>
        </p:nvSpPr>
        <p:spPr>
          <a:xfrm flipH="1">
            <a:off x="-1304442" y="-3395800"/>
            <a:ext cx="5876445" cy="393580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5"/>
          <p:cNvSpPr/>
          <p:nvPr/>
        </p:nvSpPr>
        <p:spPr>
          <a:xfrm>
            <a:off x="-78725" y="1478575"/>
            <a:ext cx="6408000" cy="2298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26;p5"/>
          <p:cNvSpPr txBox="1">
            <a:spLocks noGrp="1"/>
          </p:cNvSpPr>
          <p:nvPr>
            <p:ph type="ctrTitle"/>
          </p:nvPr>
        </p:nvSpPr>
        <p:spPr>
          <a:xfrm>
            <a:off x="618300" y="1921950"/>
            <a:ext cx="5711100" cy="1299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8300"/>
              <a:buFont typeface="Lora"/>
              <a:buNone/>
              <a:defRPr sz="8300">
                <a:solidFill>
                  <a:schemeClr val="lt1"/>
                </a:solidFill>
                <a:latin typeface="Lora"/>
                <a:ea typeface="Lora"/>
                <a:cs typeface="Lora"/>
                <a:sym typeface="Lora"/>
              </a:defRPr>
            </a:lvl1pPr>
            <a:lvl2pPr lvl="1" algn="ctr" rtl="0">
              <a:spcBef>
                <a:spcPts val="0"/>
              </a:spcBef>
              <a:spcAft>
                <a:spcPts val="0"/>
              </a:spcAft>
              <a:buClr>
                <a:schemeClr val="lt1"/>
              </a:buClr>
              <a:buSzPts val="5200"/>
              <a:buNone/>
              <a:defRPr sz="5200">
                <a:solidFill>
                  <a:schemeClr val="lt1"/>
                </a:solidFill>
              </a:defRPr>
            </a:lvl2pPr>
            <a:lvl3pPr lvl="2" algn="ctr" rtl="0">
              <a:spcBef>
                <a:spcPts val="0"/>
              </a:spcBef>
              <a:spcAft>
                <a:spcPts val="0"/>
              </a:spcAft>
              <a:buClr>
                <a:schemeClr val="lt1"/>
              </a:buClr>
              <a:buSzPts val="5200"/>
              <a:buNone/>
              <a:defRPr sz="5200">
                <a:solidFill>
                  <a:schemeClr val="lt1"/>
                </a:solidFill>
              </a:defRPr>
            </a:lvl3pPr>
            <a:lvl4pPr lvl="3" algn="ctr" rtl="0">
              <a:spcBef>
                <a:spcPts val="0"/>
              </a:spcBef>
              <a:spcAft>
                <a:spcPts val="0"/>
              </a:spcAft>
              <a:buClr>
                <a:schemeClr val="lt1"/>
              </a:buClr>
              <a:buSzPts val="5200"/>
              <a:buNone/>
              <a:defRPr sz="5200">
                <a:solidFill>
                  <a:schemeClr val="lt1"/>
                </a:solidFill>
              </a:defRPr>
            </a:lvl4pPr>
            <a:lvl5pPr lvl="4" algn="ctr" rtl="0">
              <a:spcBef>
                <a:spcPts val="0"/>
              </a:spcBef>
              <a:spcAft>
                <a:spcPts val="0"/>
              </a:spcAft>
              <a:buClr>
                <a:schemeClr val="lt1"/>
              </a:buClr>
              <a:buSzPts val="5200"/>
              <a:buNone/>
              <a:defRPr sz="5200">
                <a:solidFill>
                  <a:schemeClr val="lt1"/>
                </a:solidFill>
              </a:defRPr>
            </a:lvl5pPr>
            <a:lvl6pPr lvl="5" algn="ctr" rtl="0">
              <a:spcBef>
                <a:spcPts val="0"/>
              </a:spcBef>
              <a:spcAft>
                <a:spcPts val="0"/>
              </a:spcAft>
              <a:buClr>
                <a:schemeClr val="lt1"/>
              </a:buClr>
              <a:buSzPts val="5200"/>
              <a:buNone/>
              <a:defRPr sz="5200">
                <a:solidFill>
                  <a:schemeClr val="lt1"/>
                </a:solidFill>
              </a:defRPr>
            </a:lvl6pPr>
            <a:lvl7pPr lvl="6" algn="ctr" rtl="0">
              <a:spcBef>
                <a:spcPts val="0"/>
              </a:spcBef>
              <a:spcAft>
                <a:spcPts val="0"/>
              </a:spcAft>
              <a:buClr>
                <a:schemeClr val="lt1"/>
              </a:buClr>
              <a:buSzPts val="5200"/>
              <a:buNone/>
              <a:defRPr sz="5200">
                <a:solidFill>
                  <a:schemeClr val="lt1"/>
                </a:solidFill>
              </a:defRPr>
            </a:lvl7pPr>
            <a:lvl8pPr lvl="7" algn="ctr" rtl="0">
              <a:spcBef>
                <a:spcPts val="0"/>
              </a:spcBef>
              <a:spcAft>
                <a:spcPts val="0"/>
              </a:spcAft>
              <a:buClr>
                <a:schemeClr val="lt1"/>
              </a:buClr>
              <a:buSzPts val="5200"/>
              <a:buNone/>
              <a:defRPr sz="5200">
                <a:solidFill>
                  <a:schemeClr val="lt1"/>
                </a:solidFill>
              </a:defRPr>
            </a:lvl8pPr>
            <a:lvl9pPr lvl="8" algn="ctr" rtl="0">
              <a:spcBef>
                <a:spcPts val="0"/>
              </a:spcBef>
              <a:spcAft>
                <a:spcPts val="0"/>
              </a:spcAft>
              <a:buClr>
                <a:schemeClr val="lt1"/>
              </a:buClr>
              <a:buSzPts val="5200"/>
              <a:buNone/>
              <a:defRPr sz="5200">
                <a:solidFill>
                  <a:schemeClr val="lt1"/>
                </a:solidFill>
              </a:defRPr>
            </a:lvl9pPr>
          </a:lstStyle>
          <a:p>
            <a:endParaRPr/>
          </a:p>
        </p:txBody>
      </p:sp>
      <p:sp>
        <p:nvSpPr>
          <p:cNvPr id="27" name="Google Shape;27;p5"/>
          <p:cNvSpPr txBox="1">
            <a:spLocks noGrp="1"/>
          </p:cNvSpPr>
          <p:nvPr>
            <p:ph type="subTitle" idx="1"/>
          </p:nvPr>
        </p:nvSpPr>
        <p:spPr>
          <a:xfrm>
            <a:off x="618300" y="2968525"/>
            <a:ext cx="5711100" cy="73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Font typeface="Calibri"/>
              <a:buNone/>
              <a:defRPr>
                <a:solidFill>
                  <a:schemeClr val="lt1"/>
                </a:solidFill>
                <a:latin typeface="Calibri"/>
                <a:ea typeface="Calibri"/>
                <a:cs typeface="Calibri"/>
                <a:sym typeface="Calibri"/>
              </a:defRPr>
            </a:lvl1pPr>
            <a:lvl2pPr lvl="1" algn="ctr" rtl="0">
              <a:lnSpc>
                <a:spcPct val="100000"/>
              </a:lnSpc>
              <a:spcBef>
                <a:spcPts val="0"/>
              </a:spcBef>
              <a:spcAft>
                <a:spcPts val="0"/>
              </a:spcAft>
              <a:buClr>
                <a:schemeClr val="lt1"/>
              </a:buClr>
              <a:buSzPts val="2800"/>
              <a:buNone/>
              <a:defRPr sz="2800">
                <a:solidFill>
                  <a:schemeClr val="lt1"/>
                </a:solidFill>
              </a:defRPr>
            </a:lvl2pPr>
            <a:lvl3pPr lvl="2" algn="ctr" rtl="0">
              <a:lnSpc>
                <a:spcPct val="100000"/>
              </a:lnSpc>
              <a:spcBef>
                <a:spcPts val="0"/>
              </a:spcBef>
              <a:spcAft>
                <a:spcPts val="0"/>
              </a:spcAft>
              <a:buClr>
                <a:schemeClr val="lt1"/>
              </a:buClr>
              <a:buSzPts val="2800"/>
              <a:buNone/>
              <a:defRPr sz="2800">
                <a:solidFill>
                  <a:schemeClr val="lt1"/>
                </a:solidFill>
              </a:defRPr>
            </a:lvl3pPr>
            <a:lvl4pPr lvl="3" algn="ctr" rtl="0">
              <a:lnSpc>
                <a:spcPct val="100000"/>
              </a:lnSpc>
              <a:spcBef>
                <a:spcPts val="0"/>
              </a:spcBef>
              <a:spcAft>
                <a:spcPts val="0"/>
              </a:spcAft>
              <a:buClr>
                <a:schemeClr val="lt1"/>
              </a:buClr>
              <a:buSzPts val="2800"/>
              <a:buNone/>
              <a:defRPr sz="2800">
                <a:solidFill>
                  <a:schemeClr val="lt1"/>
                </a:solidFill>
              </a:defRPr>
            </a:lvl4pPr>
            <a:lvl5pPr lvl="4" algn="ctr" rtl="0">
              <a:lnSpc>
                <a:spcPct val="100000"/>
              </a:lnSpc>
              <a:spcBef>
                <a:spcPts val="0"/>
              </a:spcBef>
              <a:spcAft>
                <a:spcPts val="0"/>
              </a:spcAft>
              <a:buClr>
                <a:schemeClr val="lt1"/>
              </a:buClr>
              <a:buSzPts val="2800"/>
              <a:buNone/>
              <a:defRPr sz="2800">
                <a:solidFill>
                  <a:schemeClr val="lt1"/>
                </a:solidFill>
              </a:defRPr>
            </a:lvl5pPr>
            <a:lvl6pPr lvl="5" algn="ctr" rtl="0">
              <a:lnSpc>
                <a:spcPct val="100000"/>
              </a:lnSpc>
              <a:spcBef>
                <a:spcPts val="0"/>
              </a:spcBef>
              <a:spcAft>
                <a:spcPts val="0"/>
              </a:spcAft>
              <a:buClr>
                <a:schemeClr val="lt1"/>
              </a:buClr>
              <a:buSzPts val="2800"/>
              <a:buNone/>
              <a:defRPr sz="2800">
                <a:solidFill>
                  <a:schemeClr val="lt1"/>
                </a:solidFill>
              </a:defRPr>
            </a:lvl6pPr>
            <a:lvl7pPr lvl="6" algn="ctr" rtl="0">
              <a:lnSpc>
                <a:spcPct val="100000"/>
              </a:lnSpc>
              <a:spcBef>
                <a:spcPts val="0"/>
              </a:spcBef>
              <a:spcAft>
                <a:spcPts val="0"/>
              </a:spcAft>
              <a:buClr>
                <a:schemeClr val="lt1"/>
              </a:buClr>
              <a:buSzPts val="2800"/>
              <a:buNone/>
              <a:defRPr sz="2800">
                <a:solidFill>
                  <a:schemeClr val="lt1"/>
                </a:solidFill>
              </a:defRPr>
            </a:lvl7pPr>
            <a:lvl8pPr lvl="7" algn="ctr" rtl="0">
              <a:lnSpc>
                <a:spcPct val="100000"/>
              </a:lnSpc>
              <a:spcBef>
                <a:spcPts val="0"/>
              </a:spcBef>
              <a:spcAft>
                <a:spcPts val="0"/>
              </a:spcAft>
              <a:buClr>
                <a:schemeClr val="lt1"/>
              </a:buClr>
              <a:buSzPts val="2800"/>
              <a:buNone/>
              <a:defRPr sz="2800">
                <a:solidFill>
                  <a:schemeClr val="lt1"/>
                </a:solidFill>
              </a:defRPr>
            </a:lvl8pPr>
            <a:lvl9pPr lvl="8" algn="ctr" rtl="0">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28" name="Google Shape;28;p5"/>
          <p:cNvSpPr txBox="1">
            <a:spLocks noGrp="1"/>
          </p:cNvSpPr>
          <p:nvPr>
            <p:ph type="title" idx="2" hasCustomPrompt="1"/>
          </p:nvPr>
        </p:nvSpPr>
        <p:spPr>
          <a:xfrm>
            <a:off x="7608100" y="540000"/>
            <a:ext cx="816000" cy="9387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4000"/>
              <a:buFont typeface="Lora"/>
              <a:buNone/>
              <a:defRPr sz="4000">
                <a:solidFill>
                  <a:schemeClr val="lt1"/>
                </a:solidFill>
                <a:latin typeface="Lora"/>
                <a:ea typeface="Lora"/>
                <a:cs typeface="Lora"/>
                <a:sym typeface="Lora"/>
              </a:defRPr>
            </a:lvl1pPr>
            <a:lvl2pPr lvl="1" algn="ctr" rtl="0">
              <a:spcBef>
                <a:spcPts val="0"/>
              </a:spcBef>
              <a:spcAft>
                <a:spcPts val="0"/>
              </a:spcAft>
              <a:buSzPts val="2500"/>
              <a:buFont typeface="Barlow"/>
              <a:buNone/>
              <a:defRPr sz="2500" b="1">
                <a:latin typeface="Barlow"/>
                <a:ea typeface="Barlow"/>
                <a:cs typeface="Barlow"/>
                <a:sym typeface="Barlow"/>
              </a:defRPr>
            </a:lvl2pPr>
            <a:lvl3pPr lvl="2" algn="ctr" rtl="0">
              <a:spcBef>
                <a:spcPts val="0"/>
              </a:spcBef>
              <a:spcAft>
                <a:spcPts val="0"/>
              </a:spcAft>
              <a:buSzPts val="2500"/>
              <a:buFont typeface="Barlow"/>
              <a:buNone/>
              <a:defRPr sz="2500" b="1">
                <a:latin typeface="Barlow"/>
                <a:ea typeface="Barlow"/>
                <a:cs typeface="Barlow"/>
                <a:sym typeface="Barlow"/>
              </a:defRPr>
            </a:lvl3pPr>
            <a:lvl4pPr lvl="3" algn="ctr" rtl="0">
              <a:spcBef>
                <a:spcPts val="0"/>
              </a:spcBef>
              <a:spcAft>
                <a:spcPts val="0"/>
              </a:spcAft>
              <a:buSzPts val="2500"/>
              <a:buFont typeface="Barlow"/>
              <a:buNone/>
              <a:defRPr sz="2500" b="1">
                <a:latin typeface="Barlow"/>
                <a:ea typeface="Barlow"/>
                <a:cs typeface="Barlow"/>
                <a:sym typeface="Barlow"/>
              </a:defRPr>
            </a:lvl4pPr>
            <a:lvl5pPr lvl="4" algn="ctr" rtl="0">
              <a:spcBef>
                <a:spcPts val="0"/>
              </a:spcBef>
              <a:spcAft>
                <a:spcPts val="0"/>
              </a:spcAft>
              <a:buSzPts val="2500"/>
              <a:buFont typeface="Barlow"/>
              <a:buNone/>
              <a:defRPr sz="2500" b="1">
                <a:latin typeface="Barlow"/>
                <a:ea typeface="Barlow"/>
                <a:cs typeface="Barlow"/>
                <a:sym typeface="Barlow"/>
              </a:defRPr>
            </a:lvl5pPr>
            <a:lvl6pPr lvl="5" algn="ctr" rtl="0">
              <a:spcBef>
                <a:spcPts val="0"/>
              </a:spcBef>
              <a:spcAft>
                <a:spcPts val="0"/>
              </a:spcAft>
              <a:buSzPts val="2500"/>
              <a:buFont typeface="Barlow"/>
              <a:buNone/>
              <a:defRPr sz="2500" b="1">
                <a:latin typeface="Barlow"/>
                <a:ea typeface="Barlow"/>
                <a:cs typeface="Barlow"/>
                <a:sym typeface="Barlow"/>
              </a:defRPr>
            </a:lvl6pPr>
            <a:lvl7pPr lvl="6" algn="ctr" rtl="0">
              <a:spcBef>
                <a:spcPts val="0"/>
              </a:spcBef>
              <a:spcAft>
                <a:spcPts val="0"/>
              </a:spcAft>
              <a:buSzPts val="2500"/>
              <a:buFont typeface="Barlow"/>
              <a:buNone/>
              <a:defRPr sz="2500" b="1">
                <a:latin typeface="Barlow"/>
                <a:ea typeface="Barlow"/>
                <a:cs typeface="Barlow"/>
                <a:sym typeface="Barlow"/>
              </a:defRPr>
            </a:lvl7pPr>
            <a:lvl8pPr lvl="7" algn="ctr" rtl="0">
              <a:spcBef>
                <a:spcPts val="0"/>
              </a:spcBef>
              <a:spcAft>
                <a:spcPts val="0"/>
              </a:spcAft>
              <a:buSzPts val="2500"/>
              <a:buFont typeface="Barlow"/>
              <a:buNone/>
              <a:defRPr sz="2500" b="1">
                <a:latin typeface="Barlow"/>
                <a:ea typeface="Barlow"/>
                <a:cs typeface="Barlow"/>
                <a:sym typeface="Barlow"/>
              </a:defRPr>
            </a:lvl8pPr>
            <a:lvl9pPr lvl="8" algn="ctr" rtl="0">
              <a:spcBef>
                <a:spcPts val="0"/>
              </a:spcBef>
              <a:spcAft>
                <a:spcPts val="0"/>
              </a:spcAft>
              <a:buSzPts val="2500"/>
              <a:buFont typeface="Barlow"/>
              <a:buNone/>
              <a:defRPr sz="2500" b="1">
                <a:latin typeface="Barlow"/>
                <a:ea typeface="Barlow"/>
                <a:cs typeface="Barlow"/>
                <a:sym typeface="Barlow"/>
              </a:defRPr>
            </a:lvl9pPr>
          </a:lstStyle>
          <a:p>
            <a:r>
              <a:t>xx%</a:t>
            </a:r>
          </a:p>
        </p:txBody>
      </p:sp>
      <p:sp>
        <p:nvSpPr>
          <p:cNvPr id="29" name="Google Shape;29;p5"/>
          <p:cNvSpPr/>
          <p:nvPr/>
        </p:nvSpPr>
        <p:spPr>
          <a:xfrm rot="10800000">
            <a:off x="5837928" y="4604395"/>
            <a:ext cx="3948372" cy="2644380"/>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30;p5"/>
          <p:cNvSpPr/>
          <p:nvPr/>
        </p:nvSpPr>
        <p:spPr>
          <a:xfrm flipH="1">
            <a:off x="-1304442" y="-3395800"/>
            <a:ext cx="5876445" cy="393580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1"/>
        <p:cNvGrpSpPr/>
        <p:nvPr/>
      </p:nvGrpSpPr>
      <p:grpSpPr>
        <a:xfrm>
          <a:off x="0" y="0"/>
          <a:ext cx="0" cy="0"/>
          <a:chOff x="0" y="0"/>
          <a:chExt cx="0" cy="0"/>
        </a:xfrm>
      </p:grpSpPr>
      <p:sp>
        <p:nvSpPr>
          <p:cNvPr id="32" name="Google Shape;32;p6"/>
          <p:cNvSpPr txBox="1">
            <a:spLocks noGrp="1"/>
          </p:cNvSpPr>
          <p:nvPr>
            <p:ph type="subTitle" idx="1"/>
          </p:nvPr>
        </p:nvSpPr>
        <p:spPr>
          <a:xfrm>
            <a:off x="720025" y="1270800"/>
            <a:ext cx="7704000" cy="333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64951"/>
              </a:buClr>
              <a:buSzPts val="1200"/>
              <a:buFont typeface="Calibri"/>
              <a:buNone/>
              <a:defRPr sz="1200">
                <a:solidFill>
                  <a:srgbClr val="364951"/>
                </a:solidFill>
                <a:latin typeface="Calibri"/>
                <a:ea typeface="Calibri"/>
                <a:cs typeface="Calibri"/>
                <a:sym typeface="Calibri"/>
              </a:defRPr>
            </a:lvl1pPr>
            <a:lvl2pPr lvl="1"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2pPr>
            <a:lvl3pPr lvl="2"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3pPr>
            <a:lvl4pPr lvl="3"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4pPr>
            <a:lvl5pPr lvl="4"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5pPr>
            <a:lvl6pPr lvl="5"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6pPr>
            <a:lvl7pPr lvl="6"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7pPr>
            <a:lvl8pPr lvl="7"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8pPr>
            <a:lvl9pPr lvl="8"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9pPr>
          </a:lstStyle>
          <a:p>
            <a:endParaRPr/>
          </a:p>
        </p:txBody>
      </p:sp>
      <p:sp>
        <p:nvSpPr>
          <p:cNvPr id="33" name="Google Shape;33;p6"/>
          <p:cNvSpPr/>
          <p:nvPr/>
        </p:nvSpPr>
        <p:spPr>
          <a:xfrm>
            <a:off x="8657583" y="1715300"/>
            <a:ext cx="5876445" cy="393580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34;p6"/>
          <p:cNvSpPr/>
          <p:nvPr/>
        </p:nvSpPr>
        <p:spPr>
          <a:xfrm flipH="1">
            <a:off x="-5389967" y="-2136525"/>
            <a:ext cx="5876445" cy="393580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35;p6"/>
          <p:cNvSpPr txBox="1">
            <a:spLocks noGrp="1"/>
          </p:cNvSpPr>
          <p:nvPr>
            <p:ph type="title"/>
          </p:nvPr>
        </p:nvSpPr>
        <p:spPr>
          <a:xfrm>
            <a:off x="2646000" y="381600"/>
            <a:ext cx="5778000" cy="834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3500"/>
              <a:buFont typeface="Lora"/>
              <a:buNone/>
              <a:defRPr sz="3500">
                <a:solidFill>
                  <a:schemeClr val="dk2"/>
                </a:solidFill>
                <a:latin typeface="Lora"/>
                <a:ea typeface="Lora"/>
                <a:cs typeface="Lora"/>
                <a:sym typeface="Lora"/>
              </a:defRPr>
            </a:lvl1pPr>
            <a:lvl2pPr lvl="1"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2pPr>
            <a:lvl3pPr lvl="2"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3pPr>
            <a:lvl4pPr lvl="3"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4pPr>
            <a:lvl5pPr lvl="4"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5pPr>
            <a:lvl6pPr lvl="5"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6pPr>
            <a:lvl7pPr lvl="6"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7pPr>
            <a:lvl8pPr lvl="7"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8pPr>
            <a:lvl9pPr lvl="8"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Resources">
  <p:cSld name="TITLE_AND_BODY_1">
    <p:spTree>
      <p:nvGrpSpPr>
        <p:cNvPr id="1" name="Shape 39"/>
        <p:cNvGrpSpPr/>
        <p:nvPr/>
      </p:nvGrpSpPr>
      <p:grpSpPr>
        <a:xfrm>
          <a:off x="0" y="0"/>
          <a:ext cx="0" cy="0"/>
          <a:chOff x="0" y="0"/>
          <a:chExt cx="0" cy="0"/>
        </a:xfrm>
      </p:grpSpPr>
      <p:sp>
        <p:nvSpPr>
          <p:cNvPr id="40" name="Google Shape;40;p8"/>
          <p:cNvSpPr txBox="1">
            <a:spLocks noGrp="1"/>
          </p:cNvSpPr>
          <p:nvPr>
            <p:ph type="subTitle" idx="1"/>
          </p:nvPr>
        </p:nvSpPr>
        <p:spPr>
          <a:xfrm>
            <a:off x="720025" y="1270800"/>
            <a:ext cx="3852000" cy="333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64951"/>
              </a:buClr>
              <a:buSzPts val="1200"/>
              <a:buFont typeface="Calibri"/>
              <a:buNone/>
              <a:defRPr sz="1200">
                <a:solidFill>
                  <a:srgbClr val="364951"/>
                </a:solidFill>
                <a:latin typeface="Calibri"/>
                <a:ea typeface="Calibri"/>
                <a:cs typeface="Calibri"/>
                <a:sym typeface="Calibri"/>
              </a:defRPr>
            </a:lvl1pPr>
            <a:lvl2pPr lvl="1"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2pPr>
            <a:lvl3pPr lvl="2"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3pPr>
            <a:lvl4pPr lvl="3"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4pPr>
            <a:lvl5pPr lvl="4"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5pPr>
            <a:lvl6pPr lvl="5"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6pPr>
            <a:lvl7pPr lvl="6"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7pPr>
            <a:lvl8pPr lvl="7"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8pPr>
            <a:lvl9pPr lvl="8"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9pPr>
          </a:lstStyle>
          <a:p>
            <a:endParaRPr/>
          </a:p>
        </p:txBody>
      </p:sp>
      <p:sp>
        <p:nvSpPr>
          <p:cNvPr id="41" name="Google Shape;41;p8"/>
          <p:cNvSpPr/>
          <p:nvPr/>
        </p:nvSpPr>
        <p:spPr>
          <a:xfrm flipH="1">
            <a:off x="-5389967" y="668600"/>
            <a:ext cx="5876445" cy="393580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 name="Google Shape;42;p8"/>
          <p:cNvSpPr txBox="1">
            <a:spLocks noGrp="1"/>
          </p:cNvSpPr>
          <p:nvPr>
            <p:ph type="title"/>
          </p:nvPr>
        </p:nvSpPr>
        <p:spPr>
          <a:xfrm>
            <a:off x="2646000" y="381600"/>
            <a:ext cx="5778000" cy="834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3500"/>
              <a:buFont typeface="Lora"/>
              <a:buNone/>
              <a:defRPr sz="3500">
                <a:solidFill>
                  <a:schemeClr val="dk2"/>
                </a:solidFill>
                <a:latin typeface="Lora"/>
                <a:ea typeface="Lora"/>
                <a:cs typeface="Lora"/>
                <a:sym typeface="Lora"/>
              </a:defRPr>
            </a:lvl1pPr>
            <a:lvl2pPr lvl="1"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2pPr>
            <a:lvl3pPr lvl="2"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3pPr>
            <a:lvl4pPr lvl="3"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4pPr>
            <a:lvl5pPr lvl="4"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5pPr>
            <a:lvl6pPr lvl="5"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6pPr>
            <a:lvl7pPr lvl="6"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7pPr>
            <a:lvl8pPr lvl="7"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8pPr>
            <a:lvl9pPr lvl="8"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9pPr>
          </a:lstStyle>
          <a:p>
            <a:endParaRPr/>
          </a:p>
        </p:txBody>
      </p:sp>
      <p:sp>
        <p:nvSpPr>
          <p:cNvPr id="43" name="Google Shape;43;p8"/>
          <p:cNvSpPr txBox="1">
            <a:spLocks noGrp="1"/>
          </p:cNvSpPr>
          <p:nvPr>
            <p:ph type="subTitle" idx="2"/>
          </p:nvPr>
        </p:nvSpPr>
        <p:spPr>
          <a:xfrm>
            <a:off x="4572000" y="1270800"/>
            <a:ext cx="3852000" cy="333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64951"/>
              </a:buClr>
              <a:buSzPts val="1200"/>
              <a:buFont typeface="Calibri"/>
              <a:buNone/>
              <a:defRPr sz="1200">
                <a:solidFill>
                  <a:srgbClr val="364951"/>
                </a:solidFill>
                <a:latin typeface="Calibri"/>
                <a:ea typeface="Calibri"/>
                <a:cs typeface="Calibri"/>
                <a:sym typeface="Calibri"/>
              </a:defRPr>
            </a:lvl1pPr>
            <a:lvl2pPr lvl="1"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2pPr>
            <a:lvl3pPr lvl="2"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3pPr>
            <a:lvl4pPr lvl="3"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4pPr>
            <a:lvl5pPr lvl="4"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5pPr>
            <a:lvl6pPr lvl="5"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6pPr>
            <a:lvl7pPr lvl="6"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7pPr>
            <a:lvl8pPr lvl="7"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8pPr>
            <a:lvl9pPr lvl="8"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one column 5">
  <p:cSld name="TITLE_AND_BODY_1_1">
    <p:spTree>
      <p:nvGrpSpPr>
        <p:cNvPr id="1" name="Shape 44"/>
        <p:cNvGrpSpPr/>
        <p:nvPr/>
      </p:nvGrpSpPr>
      <p:grpSpPr>
        <a:xfrm>
          <a:off x="0" y="0"/>
          <a:ext cx="0" cy="0"/>
          <a:chOff x="0" y="0"/>
          <a:chExt cx="0" cy="0"/>
        </a:xfrm>
      </p:grpSpPr>
      <p:sp>
        <p:nvSpPr>
          <p:cNvPr id="45" name="Google Shape;45;p9"/>
          <p:cNvSpPr txBox="1">
            <a:spLocks noGrp="1"/>
          </p:cNvSpPr>
          <p:nvPr>
            <p:ph type="subTitle" idx="1"/>
          </p:nvPr>
        </p:nvSpPr>
        <p:spPr>
          <a:xfrm>
            <a:off x="720025" y="1432700"/>
            <a:ext cx="3852000" cy="2304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64951"/>
              </a:buClr>
              <a:buSzPts val="1200"/>
              <a:buFont typeface="Calibri"/>
              <a:buNone/>
              <a:defRPr sz="1200">
                <a:solidFill>
                  <a:srgbClr val="364951"/>
                </a:solidFill>
                <a:latin typeface="Calibri"/>
                <a:ea typeface="Calibri"/>
                <a:cs typeface="Calibri"/>
                <a:sym typeface="Calibri"/>
              </a:defRPr>
            </a:lvl1pPr>
            <a:lvl2pPr lvl="1"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2pPr>
            <a:lvl3pPr lvl="2"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3pPr>
            <a:lvl4pPr lvl="3"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4pPr>
            <a:lvl5pPr lvl="4"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5pPr>
            <a:lvl6pPr lvl="5"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6pPr>
            <a:lvl7pPr lvl="6"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7pPr>
            <a:lvl8pPr lvl="7"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8pPr>
            <a:lvl9pPr lvl="8" rtl="0">
              <a:lnSpc>
                <a:spcPct val="100000"/>
              </a:lnSpc>
              <a:spcBef>
                <a:spcPts val="0"/>
              </a:spcBef>
              <a:spcAft>
                <a:spcPts val="0"/>
              </a:spcAft>
              <a:buClr>
                <a:srgbClr val="364951"/>
              </a:buClr>
              <a:buSzPts val="1400"/>
              <a:buFont typeface="Barlow Medium"/>
              <a:buNone/>
              <a:defRPr>
                <a:solidFill>
                  <a:srgbClr val="364951"/>
                </a:solidFill>
                <a:latin typeface="Barlow Medium"/>
                <a:ea typeface="Barlow Medium"/>
                <a:cs typeface="Barlow Medium"/>
                <a:sym typeface="Barlow Medium"/>
              </a:defRPr>
            </a:lvl9pPr>
          </a:lstStyle>
          <a:p>
            <a:endParaRPr/>
          </a:p>
        </p:txBody>
      </p:sp>
      <p:sp>
        <p:nvSpPr>
          <p:cNvPr id="46" name="Google Shape;46;p9"/>
          <p:cNvSpPr/>
          <p:nvPr/>
        </p:nvSpPr>
        <p:spPr>
          <a:xfrm flipH="1">
            <a:off x="-5389967" y="668600"/>
            <a:ext cx="5876445" cy="393580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47;p9"/>
          <p:cNvSpPr txBox="1">
            <a:spLocks noGrp="1"/>
          </p:cNvSpPr>
          <p:nvPr>
            <p:ph type="title"/>
          </p:nvPr>
        </p:nvSpPr>
        <p:spPr>
          <a:xfrm>
            <a:off x="2646000" y="381600"/>
            <a:ext cx="5778000" cy="834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3500"/>
              <a:buFont typeface="Lora"/>
              <a:buNone/>
              <a:defRPr sz="3500">
                <a:solidFill>
                  <a:schemeClr val="dk2"/>
                </a:solidFill>
                <a:latin typeface="Lora"/>
                <a:ea typeface="Lora"/>
                <a:cs typeface="Lora"/>
                <a:sym typeface="Lora"/>
              </a:defRPr>
            </a:lvl1pPr>
            <a:lvl2pPr lvl="1"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2pPr>
            <a:lvl3pPr lvl="2"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3pPr>
            <a:lvl4pPr lvl="3"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4pPr>
            <a:lvl5pPr lvl="4"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5pPr>
            <a:lvl6pPr lvl="5"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6pPr>
            <a:lvl7pPr lvl="6"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7pPr>
            <a:lvl8pPr lvl="7"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8pPr>
            <a:lvl9pPr lvl="8"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sp>
        <p:nvSpPr>
          <p:cNvPr id="49" name="Google Shape;49;p10"/>
          <p:cNvSpPr txBox="1">
            <a:spLocks noGrp="1"/>
          </p:cNvSpPr>
          <p:nvPr>
            <p:ph type="subTitle" idx="1"/>
          </p:nvPr>
        </p:nvSpPr>
        <p:spPr>
          <a:xfrm>
            <a:off x="1242000" y="2816479"/>
            <a:ext cx="2808000" cy="100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Font typeface="Barlow Medium"/>
              <a:buNone/>
              <a:defRPr>
                <a:solidFill>
                  <a:schemeClr val="lt1"/>
                </a:solidFill>
                <a:latin typeface="Barlow Medium"/>
                <a:ea typeface="Barlow Medium"/>
                <a:cs typeface="Barlow Medium"/>
                <a:sym typeface="Barlow Medium"/>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50" name="Google Shape;50;p10"/>
          <p:cNvSpPr txBox="1">
            <a:spLocks noGrp="1"/>
          </p:cNvSpPr>
          <p:nvPr>
            <p:ph type="title"/>
          </p:nvPr>
        </p:nvSpPr>
        <p:spPr>
          <a:xfrm>
            <a:off x="1196250" y="2231185"/>
            <a:ext cx="2899500" cy="585300"/>
          </a:xfrm>
          <a:prstGeom prst="rect">
            <a:avLst/>
          </a:prstGeom>
          <a:solidFill>
            <a:schemeClr val="accent3"/>
          </a:solidFill>
        </p:spPr>
        <p:txBody>
          <a:bodyPr spcFirstLastPara="1" wrap="square" lIns="91425" tIns="91425" rIns="91425" bIns="91425" anchor="b" anchorCtr="0">
            <a:noAutofit/>
          </a:bodyPr>
          <a:lstStyle>
            <a:lvl1pPr lvl="0" rtl="0">
              <a:spcBef>
                <a:spcPts val="0"/>
              </a:spcBef>
              <a:spcAft>
                <a:spcPts val="0"/>
              </a:spcAft>
              <a:buClr>
                <a:schemeClr val="dk2"/>
              </a:buClr>
              <a:buSzPts val="2500"/>
              <a:buFont typeface="Lora"/>
              <a:buNone/>
              <a:defRPr sz="2500">
                <a:solidFill>
                  <a:schemeClr val="dk2"/>
                </a:solidFill>
                <a:latin typeface="Lora"/>
                <a:ea typeface="Lora"/>
                <a:cs typeface="Lora"/>
                <a:sym typeface="Lora"/>
              </a:defRPr>
            </a:lvl1pPr>
            <a:lvl2pPr lvl="1"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9pPr>
          </a:lstStyle>
          <a:p>
            <a:endParaRPr/>
          </a:p>
        </p:txBody>
      </p:sp>
      <p:sp>
        <p:nvSpPr>
          <p:cNvPr id="51" name="Google Shape;51;p10"/>
          <p:cNvSpPr txBox="1">
            <a:spLocks noGrp="1"/>
          </p:cNvSpPr>
          <p:nvPr>
            <p:ph type="subTitle" idx="2"/>
          </p:nvPr>
        </p:nvSpPr>
        <p:spPr>
          <a:xfrm>
            <a:off x="5094000" y="2816476"/>
            <a:ext cx="2808000" cy="100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Font typeface="Barlow Medium"/>
              <a:buNone/>
              <a:defRPr>
                <a:solidFill>
                  <a:schemeClr val="lt1"/>
                </a:solidFill>
                <a:latin typeface="Barlow Medium"/>
                <a:ea typeface="Barlow Medium"/>
                <a:cs typeface="Barlow Medium"/>
                <a:sym typeface="Barlow Medium"/>
              </a:defRPr>
            </a:lvl1pPr>
            <a:lvl2pPr lvl="1" rtl="0">
              <a:lnSpc>
                <a:spcPct val="100000"/>
              </a:lnSpc>
              <a:spcBef>
                <a:spcPts val="0"/>
              </a:spcBef>
              <a:spcAft>
                <a:spcPts val="0"/>
              </a:spcAft>
              <a:buClr>
                <a:schemeClr val="lt1"/>
              </a:buClr>
              <a:buSzPts val="2800"/>
              <a:buNone/>
              <a:defRPr sz="2800">
                <a:solidFill>
                  <a:schemeClr val="lt1"/>
                </a:solidFill>
              </a:defRPr>
            </a:lvl2pPr>
            <a:lvl3pPr lvl="2" rtl="0">
              <a:lnSpc>
                <a:spcPct val="100000"/>
              </a:lnSpc>
              <a:spcBef>
                <a:spcPts val="0"/>
              </a:spcBef>
              <a:spcAft>
                <a:spcPts val="0"/>
              </a:spcAft>
              <a:buClr>
                <a:schemeClr val="lt1"/>
              </a:buClr>
              <a:buSzPts val="2800"/>
              <a:buNone/>
              <a:defRPr sz="2800">
                <a:solidFill>
                  <a:schemeClr val="lt1"/>
                </a:solidFill>
              </a:defRPr>
            </a:lvl3pPr>
            <a:lvl4pPr lvl="3" rtl="0">
              <a:lnSpc>
                <a:spcPct val="100000"/>
              </a:lnSpc>
              <a:spcBef>
                <a:spcPts val="0"/>
              </a:spcBef>
              <a:spcAft>
                <a:spcPts val="0"/>
              </a:spcAft>
              <a:buClr>
                <a:schemeClr val="lt1"/>
              </a:buClr>
              <a:buSzPts val="2800"/>
              <a:buNone/>
              <a:defRPr sz="2800">
                <a:solidFill>
                  <a:schemeClr val="lt1"/>
                </a:solidFill>
              </a:defRPr>
            </a:lvl4pPr>
            <a:lvl5pPr lvl="4" rtl="0">
              <a:lnSpc>
                <a:spcPct val="100000"/>
              </a:lnSpc>
              <a:spcBef>
                <a:spcPts val="0"/>
              </a:spcBef>
              <a:spcAft>
                <a:spcPts val="0"/>
              </a:spcAft>
              <a:buClr>
                <a:schemeClr val="lt1"/>
              </a:buClr>
              <a:buSzPts val="2800"/>
              <a:buNone/>
              <a:defRPr sz="2800">
                <a:solidFill>
                  <a:schemeClr val="lt1"/>
                </a:solidFill>
              </a:defRPr>
            </a:lvl5pPr>
            <a:lvl6pPr lvl="5" rtl="0">
              <a:lnSpc>
                <a:spcPct val="100000"/>
              </a:lnSpc>
              <a:spcBef>
                <a:spcPts val="0"/>
              </a:spcBef>
              <a:spcAft>
                <a:spcPts val="0"/>
              </a:spcAft>
              <a:buClr>
                <a:schemeClr val="lt1"/>
              </a:buClr>
              <a:buSzPts val="2800"/>
              <a:buNone/>
              <a:defRPr sz="2800">
                <a:solidFill>
                  <a:schemeClr val="lt1"/>
                </a:solidFill>
              </a:defRPr>
            </a:lvl6pPr>
            <a:lvl7pPr lvl="6" rtl="0">
              <a:lnSpc>
                <a:spcPct val="100000"/>
              </a:lnSpc>
              <a:spcBef>
                <a:spcPts val="0"/>
              </a:spcBef>
              <a:spcAft>
                <a:spcPts val="0"/>
              </a:spcAft>
              <a:buClr>
                <a:schemeClr val="lt1"/>
              </a:buClr>
              <a:buSzPts val="2800"/>
              <a:buNone/>
              <a:defRPr sz="2800">
                <a:solidFill>
                  <a:schemeClr val="lt1"/>
                </a:solidFill>
              </a:defRPr>
            </a:lvl7pPr>
            <a:lvl8pPr lvl="7" rtl="0">
              <a:lnSpc>
                <a:spcPct val="100000"/>
              </a:lnSpc>
              <a:spcBef>
                <a:spcPts val="0"/>
              </a:spcBef>
              <a:spcAft>
                <a:spcPts val="0"/>
              </a:spcAft>
              <a:buClr>
                <a:schemeClr val="lt1"/>
              </a:buClr>
              <a:buSzPts val="2800"/>
              <a:buNone/>
              <a:defRPr sz="2800">
                <a:solidFill>
                  <a:schemeClr val="lt1"/>
                </a:solidFill>
              </a:defRPr>
            </a:lvl8pPr>
            <a:lvl9pPr lvl="8" rtl="0">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52" name="Google Shape;52;p10"/>
          <p:cNvSpPr txBox="1">
            <a:spLocks noGrp="1"/>
          </p:cNvSpPr>
          <p:nvPr>
            <p:ph type="title" idx="3"/>
          </p:nvPr>
        </p:nvSpPr>
        <p:spPr>
          <a:xfrm>
            <a:off x="5048250" y="2231181"/>
            <a:ext cx="2899500" cy="585300"/>
          </a:xfrm>
          <a:prstGeom prst="rect">
            <a:avLst/>
          </a:prstGeom>
          <a:solidFill>
            <a:schemeClr val="accent3"/>
          </a:solidFill>
        </p:spPr>
        <p:txBody>
          <a:bodyPr spcFirstLastPara="1" wrap="square" lIns="91425" tIns="91425" rIns="91425" bIns="91425" anchor="b" anchorCtr="0">
            <a:noAutofit/>
          </a:bodyPr>
          <a:lstStyle>
            <a:lvl1pPr lvl="0" rtl="0">
              <a:spcBef>
                <a:spcPts val="0"/>
              </a:spcBef>
              <a:spcAft>
                <a:spcPts val="0"/>
              </a:spcAft>
              <a:buClr>
                <a:schemeClr val="dk2"/>
              </a:buClr>
              <a:buSzPts val="2500"/>
              <a:buFont typeface="Lora"/>
              <a:buNone/>
              <a:defRPr sz="2500">
                <a:solidFill>
                  <a:schemeClr val="dk2"/>
                </a:solidFill>
                <a:latin typeface="Lora"/>
                <a:ea typeface="Lora"/>
                <a:cs typeface="Lora"/>
                <a:sym typeface="Lora"/>
              </a:defRPr>
            </a:lvl1pPr>
            <a:lvl2pPr lvl="1"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9pPr>
          </a:lstStyle>
          <a:p>
            <a:endParaRPr/>
          </a:p>
        </p:txBody>
      </p:sp>
      <p:sp>
        <p:nvSpPr>
          <p:cNvPr id="53" name="Google Shape;53;p10"/>
          <p:cNvSpPr/>
          <p:nvPr/>
        </p:nvSpPr>
        <p:spPr>
          <a:xfrm>
            <a:off x="8637954" y="3517657"/>
            <a:ext cx="2341484" cy="2173503"/>
          </a:xfrm>
          <a:custGeom>
            <a:avLst/>
            <a:gdLst/>
            <a:ahLst/>
            <a:cxnLst/>
            <a:rect l="l" t="t" r="r" b="b"/>
            <a:pathLst>
              <a:path w="44075" h="40913" extrusionOk="0">
                <a:moveTo>
                  <a:pt x="18967" y="0"/>
                </a:moveTo>
                <a:lnTo>
                  <a:pt x="1" y="18967"/>
                </a:lnTo>
                <a:lnTo>
                  <a:pt x="1" y="40913"/>
                </a:lnTo>
                <a:lnTo>
                  <a:pt x="28360" y="40913"/>
                </a:lnTo>
                <a:lnTo>
                  <a:pt x="44074" y="25138"/>
                </a:lnTo>
                <a:lnTo>
                  <a:pt x="26992" y="8055"/>
                </a:lnTo>
                <a:lnTo>
                  <a:pt x="18967" y="0"/>
                </a:lnTo>
                <a:close/>
              </a:path>
            </a:pathLst>
          </a:cu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 name="Google Shape;54;p10"/>
          <p:cNvSpPr txBox="1">
            <a:spLocks noGrp="1"/>
          </p:cNvSpPr>
          <p:nvPr>
            <p:ph type="title" idx="4"/>
          </p:nvPr>
        </p:nvSpPr>
        <p:spPr>
          <a:xfrm>
            <a:off x="2646000" y="381600"/>
            <a:ext cx="5778000" cy="834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3500"/>
              <a:buFont typeface="Lora"/>
              <a:buNone/>
              <a:defRPr sz="3500">
                <a:solidFill>
                  <a:schemeClr val="dk2"/>
                </a:solidFill>
                <a:latin typeface="Lora"/>
                <a:ea typeface="Lora"/>
                <a:cs typeface="Lora"/>
                <a:sym typeface="Lora"/>
              </a:defRPr>
            </a:lvl1pPr>
            <a:lvl2pPr lvl="1"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2pPr>
            <a:lvl3pPr lvl="2"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3pPr>
            <a:lvl4pPr lvl="3"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4pPr>
            <a:lvl5pPr lvl="4"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5pPr>
            <a:lvl6pPr lvl="5"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6pPr>
            <a:lvl7pPr lvl="6"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7pPr>
            <a:lvl8pPr lvl="7"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8pPr>
            <a:lvl9pPr lvl="8"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3">
  <p:cSld name="TITLE_AND_TWO_COLUMNS_4">
    <p:spTree>
      <p:nvGrpSpPr>
        <p:cNvPr id="1" name="Shape 55"/>
        <p:cNvGrpSpPr/>
        <p:nvPr/>
      </p:nvGrpSpPr>
      <p:grpSpPr>
        <a:xfrm>
          <a:off x="0" y="0"/>
          <a:ext cx="0" cy="0"/>
          <a:chOff x="0" y="0"/>
          <a:chExt cx="0" cy="0"/>
        </a:xfrm>
      </p:grpSpPr>
      <p:sp>
        <p:nvSpPr>
          <p:cNvPr id="56" name="Google Shape;56;p11"/>
          <p:cNvSpPr txBox="1">
            <a:spLocks noGrp="1"/>
          </p:cNvSpPr>
          <p:nvPr>
            <p:ph type="subTitle" idx="1"/>
          </p:nvPr>
        </p:nvSpPr>
        <p:spPr>
          <a:xfrm>
            <a:off x="1394400" y="3349879"/>
            <a:ext cx="2560200" cy="100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Calibri"/>
              <a:buNone/>
              <a:defRPr>
                <a:latin typeface="Calibri"/>
                <a:ea typeface="Calibri"/>
                <a:cs typeface="Calibri"/>
                <a:sym typeface="Calibri"/>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57" name="Google Shape;57;p11"/>
          <p:cNvSpPr txBox="1">
            <a:spLocks noGrp="1"/>
          </p:cNvSpPr>
          <p:nvPr>
            <p:ph type="title"/>
          </p:nvPr>
        </p:nvSpPr>
        <p:spPr>
          <a:xfrm>
            <a:off x="1348650" y="2764585"/>
            <a:ext cx="2560200" cy="5853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Lora"/>
              <a:buNone/>
              <a:defRPr sz="2500">
                <a:solidFill>
                  <a:schemeClr val="lt1"/>
                </a:solidFill>
                <a:latin typeface="Lora"/>
                <a:ea typeface="Lora"/>
                <a:cs typeface="Lora"/>
                <a:sym typeface="Lora"/>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58" name="Google Shape;58;p11"/>
          <p:cNvSpPr txBox="1">
            <a:spLocks noGrp="1"/>
          </p:cNvSpPr>
          <p:nvPr>
            <p:ph type="subTitle" idx="2"/>
          </p:nvPr>
        </p:nvSpPr>
        <p:spPr>
          <a:xfrm>
            <a:off x="5246400" y="3349876"/>
            <a:ext cx="2560200" cy="100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Calibri"/>
              <a:buNone/>
              <a:defRPr>
                <a:latin typeface="Calibri"/>
                <a:ea typeface="Calibri"/>
                <a:cs typeface="Calibri"/>
                <a:sym typeface="Calibri"/>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59" name="Google Shape;59;p11"/>
          <p:cNvSpPr txBox="1">
            <a:spLocks noGrp="1"/>
          </p:cNvSpPr>
          <p:nvPr>
            <p:ph type="title" idx="3"/>
          </p:nvPr>
        </p:nvSpPr>
        <p:spPr>
          <a:xfrm>
            <a:off x="5200650" y="2764581"/>
            <a:ext cx="2560200" cy="5853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Lora"/>
              <a:buNone/>
              <a:defRPr sz="2500">
                <a:solidFill>
                  <a:schemeClr val="lt1"/>
                </a:solidFill>
                <a:latin typeface="Lora"/>
                <a:ea typeface="Lora"/>
                <a:cs typeface="Lora"/>
                <a:sym typeface="Lora"/>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60" name="Google Shape;60;p11"/>
          <p:cNvSpPr/>
          <p:nvPr/>
        </p:nvSpPr>
        <p:spPr>
          <a:xfrm>
            <a:off x="7947754" y="4693532"/>
            <a:ext cx="2341484" cy="2173503"/>
          </a:xfrm>
          <a:custGeom>
            <a:avLst/>
            <a:gdLst/>
            <a:ahLst/>
            <a:cxnLst/>
            <a:rect l="l" t="t" r="r" b="b"/>
            <a:pathLst>
              <a:path w="44075" h="40913" extrusionOk="0">
                <a:moveTo>
                  <a:pt x="18967" y="0"/>
                </a:moveTo>
                <a:lnTo>
                  <a:pt x="1" y="18967"/>
                </a:lnTo>
                <a:lnTo>
                  <a:pt x="1" y="40913"/>
                </a:lnTo>
                <a:lnTo>
                  <a:pt x="28360" y="40913"/>
                </a:lnTo>
                <a:lnTo>
                  <a:pt x="44074" y="25138"/>
                </a:lnTo>
                <a:lnTo>
                  <a:pt x="26992" y="8055"/>
                </a:lnTo>
                <a:lnTo>
                  <a:pt x="18967"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61;p11"/>
          <p:cNvSpPr txBox="1">
            <a:spLocks noGrp="1"/>
          </p:cNvSpPr>
          <p:nvPr>
            <p:ph type="title" idx="4"/>
          </p:nvPr>
        </p:nvSpPr>
        <p:spPr>
          <a:xfrm>
            <a:off x="2646000" y="381600"/>
            <a:ext cx="5778000" cy="834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3500"/>
              <a:buFont typeface="Lora"/>
              <a:buNone/>
              <a:defRPr sz="3500">
                <a:solidFill>
                  <a:schemeClr val="dk2"/>
                </a:solidFill>
                <a:latin typeface="Lora"/>
                <a:ea typeface="Lora"/>
                <a:cs typeface="Lora"/>
                <a:sym typeface="Lora"/>
              </a:defRPr>
            </a:lvl1pPr>
            <a:lvl2pPr lvl="1"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2pPr>
            <a:lvl3pPr lvl="2"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3pPr>
            <a:lvl4pPr lvl="3"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4pPr>
            <a:lvl5pPr lvl="4"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5pPr>
            <a:lvl6pPr lvl="5"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6pPr>
            <a:lvl7pPr lvl="6"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7pPr>
            <a:lvl8pPr lvl="7"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8pPr>
            <a:lvl9pPr lvl="8"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9pPr>
          </a:lstStyle>
          <a:p>
            <a:endParaRPr/>
          </a:p>
        </p:txBody>
      </p:sp>
      <p:sp>
        <p:nvSpPr>
          <p:cNvPr id="62" name="Google Shape;62;p11"/>
          <p:cNvSpPr/>
          <p:nvPr/>
        </p:nvSpPr>
        <p:spPr>
          <a:xfrm flipH="1">
            <a:off x="-5156442" y="-2210250"/>
            <a:ext cx="5876445" cy="393580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3">
    <p:spTree>
      <p:nvGrpSpPr>
        <p:cNvPr id="1" name="Shape 63"/>
        <p:cNvGrpSpPr/>
        <p:nvPr/>
      </p:nvGrpSpPr>
      <p:grpSpPr>
        <a:xfrm>
          <a:off x="0" y="0"/>
          <a:ext cx="0" cy="0"/>
          <a:chOff x="0" y="0"/>
          <a:chExt cx="0" cy="0"/>
        </a:xfrm>
      </p:grpSpPr>
      <p:sp>
        <p:nvSpPr>
          <p:cNvPr id="64" name="Google Shape;64;p12"/>
          <p:cNvSpPr/>
          <p:nvPr/>
        </p:nvSpPr>
        <p:spPr>
          <a:xfrm rot="10800000">
            <a:off x="4467260" y="4604400"/>
            <a:ext cx="3956677" cy="264994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65;p12"/>
          <p:cNvSpPr txBox="1">
            <a:spLocks noGrp="1"/>
          </p:cNvSpPr>
          <p:nvPr>
            <p:ph type="subTitle" idx="1"/>
          </p:nvPr>
        </p:nvSpPr>
        <p:spPr>
          <a:xfrm>
            <a:off x="2685225" y="3108998"/>
            <a:ext cx="2403300" cy="138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Calibri"/>
              <a:buNone/>
              <a:defRPr>
                <a:solidFill>
                  <a:schemeClr val="dk1"/>
                </a:solidFill>
                <a:latin typeface="Calibri"/>
                <a:ea typeface="Calibri"/>
                <a:cs typeface="Calibri"/>
                <a:sym typeface="Calibri"/>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66" name="Google Shape;66;p12"/>
          <p:cNvSpPr txBox="1">
            <a:spLocks noGrp="1"/>
          </p:cNvSpPr>
          <p:nvPr>
            <p:ph type="title"/>
          </p:nvPr>
        </p:nvSpPr>
        <p:spPr>
          <a:xfrm>
            <a:off x="2646062" y="2523689"/>
            <a:ext cx="2481300" cy="5853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Lora"/>
              <a:buNone/>
              <a:defRPr sz="2500">
                <a:solidFill>
                  <a:schemeClr val="lt1"/>
                </a:solidFill>
                <a:latin typeface="Lora"/>
                <a:ea typeface="Lora"/>
                <a:cs typeface="Lora"/>
                <a:sym typeface="Lora"/>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67" name="Google Shape;67;p12"/>
          <p:cNvSpPr txBox="1">
            <a:spLocks noGrp="1"/>
          </p:cNvSpPr>
          <p:nvPr>
            <p:ph type="subTitle" idx="2"/>
          </p:nvPr>
        </p:nvSpPr>
        <p:spPr>
          <a:xfrm>
            <a:off x="5981804" y="3108994"/>
            <a:ext cx="2403300" cy="138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Calibri"/>
              <a:buNone/>
              <a:defRPr>
                <a:solidFill>
                  <a:schemeClr val="dk1"/>
                </a:solidFill>
                <a:latin typeface="Calibri"/>
                <a:ea typeface="Calibri"/>
                <a:cs typeface="Calibri"/>
                <a:sym typeface="Calibri"/>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68" name="Google Shape;68;p12"/>
          <p:cNvSpPr txBox="1">
            <a:spLocks noGrp="1"/>
          </p:cNvSpPr>
          <p:nvPr>
            <p:ph type="title" idx="3"/>
          </p:nvPr>
        </p:nvSpPr>
        <p:spPr>
          <a:xfrm>
            <a:off x="5942646" y="2523685"/>
            <a:ext cx="2481300" cy="5853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Lora"/>
              <a:buNone/>
              <a:defRPr sz="2500">
                <a:solidFill>
                  <a:schemeClr val="lt1"/>
                </a:solidFill>
                <a:latin typeface="Lora"/>
                <a:ea typeface="Lora"/>
                <a:cs typeface="Lora"/>
                <a:sym typeface="Lora"/>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69" name="Google Shape;69;p12"/>
          <p:cNvSpPr txBox="1">
            <a:spLocks noGrp="1"/>
          </p:cNvSpPr>
          <p:nvPr>
            <p:ph type="title" idx="4"/>
          </p:nvPr>
        </p:nvSpPr>
        <p:spPr>
          <a:xfrm>
            <a:off x="2646000" y="381600"/>
            <a:ext cx="5778000" cy="834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3500"/>
              <a:buFont typeface="Lora"/>
              <a:buNone/>
              <a:defRPr sz="3500">
                <a:solidFill>
                  <a:schemeClr val="dk2"/>
                </a:solidFill>
                <a:latin typeface="Lora"/>
                <a:ea typeface="Lora"/>
                <a:cs typeface="Lora"/>
                <a:sym typeface="Lora"/>
              </a:defRPr>
            </a:lvl1pPr>
            <a:lvl2pPr lvl="1"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2pPr>
            <a:lvl3pPr lvl="2"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3pPr>
            <a:lvl4pPr lvl="3"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4pPr>
            <a:lvl5pPr lvl="4"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5pPr>
            <a:lvl6pPr lvl="5"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6pPr>
            <a:lvl7pPr lvl="6"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7pPr>
            <a:lvl8pPr lvl="7"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8pPr>
            <a:lvl9pPr lvl="8"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2">
  <p:cSld name="TITLE_AND_TWO_COLUMNS_3_1">
    <p:spTree>
      <p:nvGrpSpPr>
        <p:cNvPr id="1" name="Shape 70"/>
        <p:cNvGrpSpPr/>
        <p:nvPr/>
      </p:nvGrpSpPr>
      <p:grpSpPr>
        <a:xfrm>
          <a:off x="0" y="0"/>
          <a:ext cx="0" cy="0"/>
          <a:chOff x="0" y="0"/>
          <a:chExt cx="0" cy="0"/>
        </a:xfrm>
      </p:grpSpPr>
      <p:sp>
        <p:nvSpPr>
          <p:cNvPr id="71" name="Google Shape;71;p13"/>
          <p:cNvSpPr txBox="1">
            <a:spLocks noGrp="1"/>
          </p:cNvSpPr>
          <p:nvPr>
            <p:ph type="subTitle" idx="1"/>
          </p:nvPr>
        </p:nvSpPr>
        <p:spPr>
          <a:xfrm>
            <a:off x="2685215" y="2303055"/>
            <a:ext cx="2403300" cy="100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Calibri"/>
              <a:buNone/>
              <a:defRPr>
                <a:solidFill>
                  <a:schemeClr val="dk1"/>
                </a:solidFill>
                <a:latin typeface="Calibri"/>
                <a:ea typeface="Calibri"/>
                <a:cs typeface="Calibri"/>
                <a:sym typeface="Calibri"/>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72" name="Google Shape;72;p13"/>
          <p:cNvSpPr txBox="1">
            <a:spLocks noGrp="1"/>
          </p:cNvSpPr>
          <p:nvPr>
            <p:ph type="title"/>
          </p:nvPr>
        </p:nvSpPr>
        <p:spPr>
          <a:xfrm>
            <a:off x="2646062" y="1717760"/>
            <a:ext cx="2481300" cy="5853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Lora"/>
              <a:buNone/>
              <a:defRPr sz="2500">
                <a:solidFill>
                  <a:schemeClr val="lt1"/>
                </a:solidFill>
                <a:latin typeface="Lora"/>
                <a:ea typeface="Lora"/>
                <a:cs typeface="Lora"/>
                <a:sym typeface="Lora"/>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73" name="Google Shape;73;p13"/>
          <p:cNvSpPr txBox="1">
            <a:spLocks noGrp="1"/>
          </p:cNvSpPr>
          <p:nvPr>
            <p:ph type="subTitle" idx="2"/>
          </p:nvPr>
        </p:nvSpPr>
        <p:spPr>
          <a:xfrm>
            <a:off x="5981799" y="2303052"/>
            <a:ext cx="2403300" cy="100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Calibri"/>
              <a:buNone/>
              <a:defRPr>
                <a:solidFill>
                  <a:schemeClr val="dk1"/>
                </a:solidFill>
                <a:latin typeface="Calibri"/>
                <a:ea typeface="Calibri"/>
                <a:cs typeface="Calibri"/>
                <a:sym typeface="Calibri"/>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74" name="Google Shape;74;p13"/>
          <p:cNvSpPr txBox="1">
            <a:spLocks noGrp="1"/>
          </p:cNvSpPr>
          <p:nvPr>
            <p:ph type="title" idx="3"/>
          </p:nvPr>
        </p:nvSpPr>
        <p:spPr>
          <a:xfrm>
            <a:off x="5942646" y="1717756"/>
            <a:ext cx="2481300" cy="5853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Lora"/>
              <a:buNone/>
              <a:defRPr sz="2500">
                <a:solidFill>
                  <a:schemeClr val="lt1"/>
                </a:solidFill>
                <a:latin typeface="Lora"/>
                <a:ea typeface="Lora"/>
                <a:cs typeface="Lora"/>
                <a:sym typeface="Lora"/>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75" name="Google Shape;75;p13"/>
          <p:cNvSpPr txBox="1">
            <a:spLocks noGrp="1"/>
          </p:cNvSpPr>
          <p:nvPr>
            <p:ph type="title" idx="4"/>
          </p:nvPr>
        </p:nvSpPr>
        <p:spPr>
          <a:xfrm>
            <a:off x="2646000" y="381600"/>
            <a:ext cx="5778000" cy="834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3500"/>
              <a:buFont typeface="Lora"/>
              <a:buNone/>
              <a:defRPr sz="3500">
                <a:solidFill>
                  <a:schemeClr val="dk2"/>
                </a:solidFill>
                <a:latin typeface="Lora"/>
                <a:ea typeface="Lora"/>
                <a:cs typeface="Lora"/>
                <a:sym typeface="Lora"/>
              </a:defRPr>
            </a:lvl1pPr>
            <a:lvl2pPr lvl="1"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2pPr>
            <a:lvl3pPr lvl="2"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3pPr>
            <a:lvl4pPr lvl="3"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4pPr>
            <a:lvl5pPr lvl="4"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5pPr>
            <a:lvl6pPr lvl="5"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6pPr>
            <a:lvl7pPr lvl="6"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7pPr>
            <a:lvl8pPr lvl="7"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8pPr>
            <a:lvl9pPr lvl="8"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9pPr>
          </a:lstStyle>
          <a:p>
            <a:endParaRPr/>
          </a:p>
        </p:txBody>
      </p:sp>
      <p:sp>
        <p:nvSpPr>
          <p:cNvPr id="76" name="Google Shape;76;p13"/>
          <p:cNvSpPr txBox="1">
            <a:spLocks noGrp="1"/>
          </p:cNvSpPr>
          <p:nvPr>
            <p:ph type="subTitle" idx="5"/>
          </p:nvPr>
        </p:nvSpPr>
        <p:spPr>
          <a:xfrm>
            <a:off x="2685215" y="3852880"/>
            <a:ext cx="2403300" cy="100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Calibri"/>
              <a:buNone/>
              <a:defRPr>
                <a:solidFill>
                  <a:schemeClr val="dk1"/>
                </a:solidFill>
                <a:latin typeface="Calibri"/>
                <a:ea typeface="Calibri"/>
                <a:cs typeface="Calibri"/>
                <a:sym typeface="Calibri"/>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77" name="Google Shape;77;p13"/>
          <p:cNvSpPr txBox="1">
            <a:spLocks noGrp="1"/>
          </p:cNvSpPr>
          <p:nvPr>
            <p:ph type="title" idx="6"/>
          </p:nvPr>
        </p:nvSpPr>
        <p:spPr>
          <a:xfrm>
            <a:off x="2646062" y="3267585"/>
            <a:ext cx="2481300" cy="5853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Lora"/>
              <a:buNone/>
              <a:defRPr sz="2500">
                <a:solidFill>
                  <a:schemeClr val="lt1"/>
                </a:solidFill>
                <a:latin typeface="Lora"/>
                <a:ea typeface="Lora"/>
                <a:cs typeface="Lora"/>
                <a:sym typeface="Lora"/>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78" name="Google Shape;78;p13"/>
          <p:cNvSpPr txBox="1">
            <a:spLocks noGrp="1"/>
          </p:cNvSpPr>
          <p:nvPr>
            <p:ph type="subTitle" idx="7"/>
          </p:nvPr>
        </p:nvSpPr>
        <p:spPr>
          <a:xfrm>
            <a:off x="5981799" y="3852877"/>
            <a:ext cx="2403300" cy="1004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Calibri"/>
              <a:buNone/>
              <a:defRPr>
                <a:solidFill>
                  <a:schemeClr val="dk1"/>
                </a:solidFill>
                <a:latin typeface="Calibri"/>
                <a:ea typeface="Calibri"/>
                <a:cs typeface="Calibri"/>
                <a:sym typeface="Calibri"/>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79" name="Google Shape;79;p13"/>
          <p:cNvSpPr txBox="1">
            <a:spLocks noGrp="1"/>
          </p:cNvSpPr>
          <p:nvPr>
            <p:ph type="title" idx="8"/>
          </p:nvPr>
        </p:nvSpPr>
        <p:spPr>
          <a:xfrm>
            <a:off x="5942646" y="3267581"/>
            <a:ext cx="2481300" cy="5853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Lora"/>
              <a:buNone/>
              <a:defRPr sz="2500">
                <a:solidFill>
                  <a:schemeClr val="lt1"/>
                </a:solidFill>
                <a:latin typeface="Lora"/>
                <a:ea typeface="Lora"/>
                <a:cs typeface="Lora"/>
                <a:sym typeface="Lora"/>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80" name="Google Shape;80;p13"/>
          <p:cNvSpPr/>
          <p:nvPr/>
        </p:nvSpPr>
        <p:spPr>
          <a:xfrm>
            <a:off x="8657583" y="1715300"/>
            <a:ext cx="5876445" cy="393580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four columns">
  <p:cSld name="TITLE_AND_TWO_COLUMNS_2">
    <p:spTree>
      <p:nvGrpSpPr>
        <p:cNvPr id="1" name="Shape 81"/>
        <p:cNvGrpSpPr/>
        <p:nvPr/>
      </p:nvGrpSpPr>
      <p:grpSpPr>
        <a:xfrm>
          <a:off x="0" y="0"/>
          <a:ext cx="0" cy="0"/>
          <a:chOff x="0" y="0"/>
          <a:chExt cx="0" cy="0"/>
        </a:xfrm>
      </p:grpSpPr>
      <p:sp>
        <p:nvSpPr>
          <p:cNvPr id="82" name="Google Shape;82;p14"/>
          <p:cNvSpPr txBox="1">
            <a:spLocks noGrp="1"/>
          </p:cNvSpPr>
          <p:nvPr>
            <p:ph type="subTitle" idx="1"/>
          </p:nvPr>
        </p:nvSpPr>
        <p:spPr>
          <a:xfrm>
            <a:off x="1287600" y="2292897"/>
            <a:ext cx="2808000" cy="65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Barlow Medium"/>
              <a:buNone/>
              <a:defRPr>
                <a:latin typeface="Barlow Medium"/>
                <a:ea typeface="Barlow Medium"/>
                <a:cs typeface="Barlow Medium"/>
                <a:sym typeface="Barlow Medium"/>
              </a:defRPr>
            </a:lvl1pPr>
            <a:lvl2pPr lvl="1" algn="r" rtl="0">
              <a:lnSpc>
                <a:spcPct val="100000"/>
              </a:lnSpc>
              <a:spcBef>
                <a:spcPts val="0"/>
              </a:spcBef>
              <a:spcAft>
                <a:spcPts val="0"/>
              </a:spcAft>
              <a:buSzPts val="2800"/>
              <a:buNone/>
              <a:defRPr sz="2800"/>
            </a:lvl2pPr>
            <a:lvl3pPr lvl="2" algn="r" rtl="0">
              <a:lnSpc>
                <a:spcPct val="100000"/>
              </a:lnSpc>
              <a:spcBef>
                <a:spcPts val="0"/>
              </a:spcBef>
              <a:spcAft>
                <a:spcPts val="0"/>
              </a:spcAft>
              <a:buSzPts val="2800"/>
              <a:buNone/>
              <a:defRPr sz="2800"/>
            </a:lvl3pPr>
            <a:lvl4pPr lvl="3" algn="r" rtl="0">
              <a:lnSpc>
                <a:spcPct val="100000"/>
              </a:lnSpc>
              <a:spcBef>
                <a:spcPts val="0"/>
              </a:spcBef>
              <a:spcAft>
                <a:spcPts val="0"/>
              </a:spcAft>
              <a:buSzPts val="2800"/>
              <a:buNone/>
              <a:defRPr sz="2800"/>
            </a:lvl4pPr>
            <a:lvl5pPr lvl="4" algn="r" rtl="0">
              <a:lnSpc>
                <a:spcPct val="100000"/>
              </a:lnSpc>
              <a:spcBef>
                <a:spcPts val="0"/>
              </a:spcBef>
              <a:spcAft>
                <a:spcPts val="0"/>
              </a:spcAft>
              <a:buSzPts val="2800"/>
              <a:buNone/>
              <a:defRPr sz="2800"/>
            </a:lvl5pPr>
            <a:lvl6pPr lvl="5" algn="r" rtl="0">
              <a:lnSpc>
                <a:spcPct val="100000"/>
              </a:lnSpc>
              <a:spcBef>
                <a:spcPts val="0"/>
              </a:spcBef>
              <a:spcAft>
                <a:spcPts val="0"/>
              </a:spcAft>
              <a:buSzPts val="2800"/>
              <a:buNone/>
              <a:defRPr sz="2800"/>
            </a:lvl6pPr>
            <a:lvl7pPr lvl="6" algn="r" rtl="0">
              <a:lnSpc>
                <a:spcPct val="100000"/>
              </a:lnSpc>
              <a:spcBef>
                <a:spcPts val="0"/>
              </a:spcBef>
              <a:spcAft>
                <a:spcPts val="0"/>
              </a:spcAft>
              <a:buSzPts val="2800"/>
              <a:buNone/>
              <a:defRPr sz="2800"/>
            </a:lvl7pPr>
            <a:lvl8pPr lvl="7" algn="r" rtl="0">
              <a:lnSpc>
                <a:spcPct val="100000"/>
              </a:lnSpc>
              <a:spcBef>
                <a:spcPts val="0"/>
              </a:spcBef>
              <a:spcAft>
                <a:spcPts val="0"/>
              </a:spcAft>
              <a:buSzPts val="2800"/>
              <a:buNone/>
              <a:defRPr sz="2800"/>
            </a:lvl8pPr>
            <a:lvl9pPr lvl="8" algn="r" rtl="0">
              <a:lnSpc>
                <a:spcPct val="100000"/>
              </a:lnSpc>
              <a:spcBef>
                <a:spcPts val="0"/>
              </a:spcBef>
              <a:spcAft>
                <a:spcPts val="0"/>
              </a:spcAft>
              <a:buSzPts val="2800"/>
              <a:buNone/>
              <a:defRPr sz="2800"/>
            </a:lvl9pPr>
          </a:lstStyle>
          <a:p>
            <a:endParaRPr/>
          </a:p>
        </p:txBody>
      </p:sp>
      <p:sp>
        <p:nvSpPr>
          <p:cNvPr id="83" name="Google Shape;83;p14"/>
          <p:cNvSpPr txBox="1">
            <a:spLocks noGrp="1"/>
          </p:cNvSpPr>
          <p:nvPr>
            <p:ph type="title"/>
          </p:nvPr>
        </p:nvSpPr>
        <p:spPr>
          <a:xfrm>
            <a:off x="1196250" y="1707606"/>
            <a:ext cx="2899500" cy="585300"/>
          </a:xfrm>
          <a:prstGeom prst="rect">
            <a:avLst/>
          </a:prstGeom>
          <a:solidFill>
            <a:schemeClr val="lt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Barlow"/>
              <a:buNone/>
              <a:defRPr sz="2500" b="1">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84" name="Google Shape;84;p14"/>
          <p:cNvSpPr txBox="1">
            <a:spLocks noGrp="1"/>
          </p:cNvSpPr>
          <p:nvPr>
            <p:ph type="subTitle" idx="2"/>
          </p:nvPr>
        </p:nvSpPr>
        <p:spPr>
          <a:xfrm>
            <a:off x="5139600" y="2292896"/>
            <a:ext cx="2808000" cy="65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Barlow Medium"/>
              <a:buNone/>
              <a:defRPr>
                <a:latin typeface="Barlow Medium"/>
                <a:ea typeface="Barlow Medium"/>
                <a:cs typeface="Barlow Medium"/>
                <a:sym typeface="Barlow Medium"/>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85" name="Google Shape;85;p14"/>
          <p:cNvSpPr txBox="1">
            <a:spLocks noGrp="1"/>
          </p:cNvSpPr>
          <p:nvPr>
            <p:ph type="title" idx="3"/>
          </p:nvPr>
        </p:nvSpPr>
        <p:spPr>
          <a:xfrm>
            <a:off x="5048250" y="1707602"/>
            <a:ext cx="2899500" cy="585300"/>
          </a:xfrm>
          <a:prstGeom prst="rect">
            <a:avLst/>
          </a:prstGeom>
          <a:solidFill>
            <a:schemeClr val="lt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Barlow"/>
              <a:buNone/>
              <a:defRPr sz="2500" b="1">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86" name="Google Shape;86;p14"/>
          <p:cNvSpPr/>
          <p:nvPr/>
        </p:nvSpPr>
        <p:spPr>
          <a:xfrm>
            <a:off x="8625700" y="3256507"/>
            <a:ext cx="2341484" cy="2173503"/>
          </a:xfrm>
          <a:custGeom>
            <a:avLst/>
            <a:gdLst/>
            <a:ahLst/>
            <a:cxnLst/>
            <a:rect l="l" t="t" r="r" b="b"/>
            <a:pathLst>
              <a:path w="44075" h="40913" extrusionOk="0">
                <a:moveTo>
                  <a:pt x="18967" y="0"/>
                </a:moveTo>
                <a:lnTo>
                  <a:pt x="1" y="18967"/>
                </a:lnTo>
                <a:lnTo>
                  <a:pt x="1" y="40913"/>
                </a:lnTo>
                <a:lnTo>
                  <a:pt x="28360" y="40913"/>
                </a:lnTo>
                <a:lnTo>
                  <a:pt x="44074" y="25138"/>
                </a:lnTo>
                <a:lnTo>
                  <a:pt x="26992" y="8055"/>
                </a:lnTo>
                <a:lnTo>
                  <a:pt x="18967" y="0"/>
                </a:lnTo>
                <a:close/>
              </a:path>
            </a:pathLst>
          </a:cu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87;p14"/>
          <p:cNvSpPr txBox="1">
            <a:spLocks noGrp="1"/>
          </p:cNvSpPr>
          <p:nvPr>
            <p:ph type="subTitle" idx="4"/>
          </p:nvPr>
        </p:nvSpPr>
        <p:spPr>
          <a:xfrm>
            <a:off x="1287600" y="3841797"/>
            <a:ext cx="2808000" cy="65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Barlow Medium"/>
              <a:buNone/>
              <a:defRPr>
                <a:latin typeface="Barlow Medium"/>
                <a:ea typeface="Barlow Medium"/>
                <a:cs typeface="Barlow Medium"/>
                <a:sym typeface="Barlow Medium"/>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88" name="Google Shape;88;p14"/>
          <p:cNvSpPr txBox="1">
            <a:spLocks noGrp="1"/>
          </p:cNvSpPr>
          <p:nvPr>
            <p:ph type="title" idx="5"/>
          </p:nvPr>
        </p:nvSpPr>
        <p:spPr>
          <a:xfrm>
            <a:off x="1196250" y="3256506"/>
            <a:ext cx="2899500" cy="585300"/>
          </a:xfrm>
          <a:prstGeom prst="rect">
            <a:avLst/>
          </a:prstGeom>
          <a:solidFill>
            <a:schemeClr val="lt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Barlow"/>
              <a:buNone/>
              <a:defRPr sz="2500" b="1">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89" name="Google Shape;89;p14"/>
          <p:cNvSpPr txBox="1">
            <a:spLocks noGrp="1"/>
          </p:cNvSpPr>
          <p:nvPr>
            <p:ph type="subTitle" idx="6"/>
          </p:nvPr>
        </p:nvSpPr>
        <p:spPr>
          <a:xfrm>
            <a:off x="5139600" y="3841796"/>
            <a:ext cx="2808000" cy="65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Barlow Medium"/>
              <a:buNone/>
              <a:defRPr>
                <a:latin typeface="Barlow Medium"/>
                <a:ea typeface="Barlow Medium"/>
                <a:cs typeface="Barlow Medium"/>
                <a:sym typeface="Barlow Medium"/>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90" name="Google Shape;90;p14"/>
          <p:cNvSpPr txBox="1">
            <a:spLocks noGrp="1"/>
          </p:cNvSpPr>
          <p:nvPr>
            <p:ph type="title" idx="7"/>
          </p:nvPr>
        </p:nvSpPr>
        <p:spPr>
          <a:xfrm>
            <a:off x="5048250" y="3256502"/>
            <a:ext cx="2899500" cy="585300"/>
          </a:xfrm>
          <a:prstGeom prst="rect">
            <a:avLst/>
          </a:prstGeom>
          <a:solidFill>
            <a:schemeClr val="lt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Barlow"/>
              <a:buNone/>
              <a:defRPr sz="2500" b="1">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91" name="Google Shape;91;p14"/>
          <p:cNvSpPr/>
          <p:nvPr/>
        </p:nvSpPr>
        <p:spPr>
          <a:xfrm flipH="1">
            <a:off x="-3236690" y="-1352675"/>
            <a:ext cx="3956677" cy="264994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92;p14"/>
          <p:cNvSpPr txBox="1">
            <a:spLocks noGrp="1"/>
          </p:cNvSpPr>
          <p:nvPr>
            <p:ph type="title" idx="8"/>
          </p:nvPr>
        </p:nvSpPr>
        <p:spPr>
          <a:xfrm>
            <a:off x="2646000" y="381600"/>
            <a:ext cx="5778000" cy="834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1pPr>
            <a:lvl2pPr lvl="1"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2pPr>
            <a:lvl3pPr lvl="2"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3pPr>
            <a:lvl4pPr lvl="3"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4pPr>
            <a:lvl5pPr lvl="4"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5pPr>
            <a:lvl6pPr lvl="5"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6pPr>
            <a:lvl7pPr lvl="6"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7pPr>
            <a:lvl8pPr lvl="7"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8pPr>
            <a:lvl9pPr lvl="8"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six columns">
  <p:cSld name="TITLE_AND_TWO_COLUMNS_1_1">
    <p:spTree>
      <p:nvGrpSpPr>
        <p:cNvPr id="1" name="Shape 102"/>
        <p:cNvGrpSpPr/>
        <p:nvPr/>
      </p:nvGrpSpPr>
      <p:grpSpPr>
        <a:xfrm>
          <a:off x="0" y="0"/>
          <a:ext cx="0" cy="0"/>
          <a:chOff x="0" y="0"/>
          <a:chExt cx="0" cy="0"/>
        </a:xfrm>
      </p:grpSpPr>
      <p:sp>
        <p:nvSpPr>
          <p:cNvPr id="103" name="Google Shape;103;p16"/>
          <p:cNvSpPr txBox="1">
            <a:spLocks noGrp="1"/>
          </p:cNvSpPr>
          <p:nvPr>
            <p:ph type="subTitle" idx="1"/>
          </p:nvPr>
        </p:nvSpPr>
        <p:spPr>
          <a:xfrm>
            <a:off x="6447504" y="2435525"/>
            <a:ext cx="1895700" cy="66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104" name="Google Shape;104;p16"/>
          <p:cNvSpPr txBox="1">
            <a:spLocks noGrp="1"/>
          </p:cNvSpPr>
          <p:nvPr>
            <p:ph type="title"/>
          </p:nvPr>
        </p:nvSpPr>
        <p:spPr>
          <a:xfrm>
            <a:off x="6385849" y="1905725"/>
            <a:ext cx="1957500" cy="5298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Barlow"/>
              <a:buNone/>
              <a:defRPr sz="2500" b="1">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105" name="Google Shape;105;p16"/>
          <p:cNvSpPr txBox="1">
            <a:spLocks noGrp="1"/>
          </p:cNvSpPr>
          <p:nvPr>
            <p:ph type="subTitle" idx="2"/>
          </p:nvPr>
        </p:nvSpPr>
        <p:spPr>
          <a:xfrm>
            <a:off x="866018" y="2435525"/>
            <a:ext cx="1895700" cy="66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106" name="Google Shape;106;p16"/>
          <p:cNvSpPr txBox="1">
            <a:spLocks noGrp="1"/>
          </p:cNvSpPr>
          <p:nvPr>
            <p:ph type="title" idx="3"/>
          </p:nvPr>
        </p:nvSpPr>
        <p:spPr>
          <a:xfrm>
            <a:off x="804350" y="1905725"/>
            <a:ext cx="1957500" cy="5298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Barlow"/>
              <a:buNone/>
              <a:defRPr sz="2500" b="1">
                <a:solidFill>
                  <a:schemeClr val="lt1"/>
                </a:solidFill>
                <a:latin typeface="Barlow"/>
                <a:ea typeface="Barlow"/>
                <a:cs typeface="Barlow"/>
                <a:sym typeface="Barlow"/>
              </a:defRPr>
            </a:lvl1pPr>
            <a:lvl2pPr lvl="1" algn="r"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algn="r"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algn="r"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algn="r"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algn="r"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algn="r"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algn="r"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algn="r"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107" name="Google Shape;107;p16"/>
          <p:cNvSpPr txBox="1">
            <a:spLocks noGrp="1"/>
          </p:cNvSpPr>
          <p:nvPr>
            <p:ph type="subTitle" idx="4"/>
          </p:nvPr>
        </p:nvSpPr>
        <p:spPr>
          <a:xfrm>
            <a:off x="3654933" y="2435525"/>
            <a:ext cx="1895700" cy="66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108" name="Google Shape;108;p16"/>
          <p:cNvSpPr txBox="1">
            <a:spLocks noGrp="1"/>
          </p:cNvSpPr>
          <p:nvPr>
            <p:ph type="title" idx="5"/>
          </p:nvPr>
        </p:nvSpPr>
        <p:spPr>
          <a:xfrm>
            <a:off x="3593271" y="1905725"/>
            <a:ext cx="1957500" cy="5298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Barlow"/>
              <a:buNone/>
              <a:defRPr sz="2500" b="1">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109" name="Google Shape;109;p16"/>
          <p:cNvSpPr txBox="1">
            <a:spLocks noGrp="1"/>
          </p:cNvSpPr>
          <p:nvPr>
            <p:ph type="subTitle" idx="6"/>
          </p:nvPr>
        </p:nvSpPr>
        <p:spPr>
          <a:xfrm>
            <a:off x="6447479" y="3902625"/>
            <a:ext cx="1895700" cy="66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110" name="Google Shape;110;p16"/>
          <p:cNvSpPr txBox="1">
            <a:spLocks noGrp="1"/>
          </p:cNvSpPr>
          <p:nvPr>
            <p:ph type="title" idx="7"/>
          </p:nvPr>
        </p:nvSpPr>
        <p:spPr>
          <a:xfrm>
            <a:off x="6385824" y="3372825"/>
            <a:ext cx="1957500" cy="5298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Barlow"/>
              <a:buNone/>
              <a:defRPr sz="2500" b="1">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111" name="Google Shape;111;p16"/>
          <p:cNvSpPr txBox="1">
            <a:spLocks noGrp="1"/>
          </p:cNvSpPr>
          <p:nvPr>
            <p:ph type="subTitle" idx="8"/>
          </p:nvPr>
        </p:nvSpPr>
        <p:spPr>
          <a:xfrm>
            <a:off x="865993" y="3902625"/>
            <a:ext cx="1895700" cy="66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112" name="Google Shape;112;p16"/>
          <p:cNvSpPr txBox="1">
            <a:spLocks noGrp="1"/>
          </p:cNvSpPr>
          <p:nvPr>
            <p:ph type="title" idx="9"/>
          </p:nvPr>
        </p:nvSpPr>
        <p:spPr>
          <a:xfrm>
            <a:off x="804325" y="3372825"/>
            <a:ext cx="1957500" cy="5298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Barlow"/>
              <a:buNone/>
              <a:defRPr sz="2500" b="1">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113" name="Google Shape;113;p16"/>
          <p:cNvSpPr txBox="1">
            <a:spLocks noGrp="1"/>
          </p:cNvSpPr>
          <p:nvPr>
            <p:ph type="subTitle" idx="13"/>
          </p:nvPr>
        </p:nvSpPr>
        <p:spPr>
          <a:xfrm>
            <a:off x="3654908" y="3902625"/>
            <a:ext cx="1895700" cy="664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114" name="Google Shape;114;p16"/>
          <p:cNvSpPr txBox="1">
            <a:spLocks noGrp="1"/>
          </p:cNvSpPr>
          <p:nvPr>
            <p:ph type="title" idx="14"/>
          </p:nvPr>
        </p:nvSpPr>
        <p:spPr>
          <a:xfrm>
            <a:off x="3593246" y="3372825"/>
            <a:ext cx="1957500" cy="529800"/>
          </a:xfrm>
          <a:prstGeom prst="rect">
            <a:avLst/>
          </a:prstGeom>
          <a:solidFill>
            <a:schemeClr val="dk2"/>
          </a:solidFill>
        </p:spPr>
        <p:txBody>
          <a:bodyPr spcFirstLastPara="1" wrap="square" lIns="91425" tIns="91425" rIns="91425" bIns="91425" anchor="b" anchorCtr="0">
            <a:noAutofit/>
          </a:bodyPr>
          <a:lstStyle>
            <a:lvl1pPr lvl="0" rtl="0">
              <a:spcBef>
                <a:spcPts val="0"/>
              </a:spcBef>
              <a:spcAft>
                <a:spcPts val="0"/>
              </a:spcAft>
              <a:buClr>
                <a:schemeClr val="lt1"/>
              </a:buClr>
              <a:buSzPts val="2500"/>
              <a:buFont typeface="Barlow"/>
              <a:buNone/>
              <a:defRPr sz="2500" b="1">
                <a:solidFill>
                  <a:schemeClr val="lt1"/>
                </a:solidFill>
                <a:latin typeface="Barlow"/>
                <a:ea typeface="Barlow"/>
                <a:cs typeface="Barlow"/>
                <a:sym typeface="Barlow"/>
              </a:defRPr>
            </a:lvl1pPr>
            <a:lvl2pPr lvl="1"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rtl="0">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a:endParaRPr/>
          </a:p>
        </p:txBody>
      </p:sp>
      <p:sp>
        <p:nvSpPr>
          <p:cNvPr id="115" name="Google Shape;115;p16"/>
          <p:cNvSpPr txBox="1">
            <a:spLocks noGrp="1"/>
          </p:cNvSpPr>
          <p:nvPr>
            <p:ph type="title" idx="15"/>
          </p:nvPr>
        </p:nvSpPr>
        <p:spPr>
          <a:xfrm>
            <a:off x="2646000" y="381600"/>
            <a:ext cx="5778000" cy="834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1pPr>
            <a:lvl2pPr lvl="1"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2pPr>
            <a:lvl3pPr lvl="2"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3pPr>
            <a:lvl4pPr lvl="3"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4pPr>
            <a:lvl5pPr lvl="4"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5pPr>
            <a:lvl6pPr lvl="5"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6pPr>
            <a:lvl7pPr lvl="6"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7pPr>
            <a:lvl8pPr lvl="7"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8pPr>
            <a:lvl9pPr lvl="8"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9pPr>
          </a:lstStyle>
          <a:p>
            <a:endParaRPr/>
          </a:p>
        </p:txBody>
      </p:sp>
      <p:sp>
        <p:nvSpPr>
          <p:cNvPr id="116" name="Google Shape;116;p16"/>
          <p:cNvSpPr/>
          <p:nvPr/>
        </p:nvSpPr>
        <p:spPr>
          <a:xfrm>
            <a:off x="-323015" y="-2109950"/>
            <a:ext cx="3956677" cy="264994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list">
  <p:cSld name="TITLE_AND_TWO_COLUMNS_1_1_1">
    <p:spTree>
      <p:nvGrpSpPr>
        <p:cNvPr id="1" name="Shape 117"/>
        <p:cNvGrpSpPr/>
        <p:nvPr/>
      </p:nvGrpSpPr>
      <p:grpSpPr>
        <a:xfrm>
          <a:off x="0" y="0"/>
          <a:ext cx="0" cy="0"/>
          <a:chOff x="0" y="0"/>
          <a:chExt cx="0" cy="0"/>
        </a:xfrm>
      </p:grpSpPr>
      <p:sp>
        <p:nvSpPr>
          <p:cNvPr id="118" name="Google Shape;118;p17"/>
          <p:cNvSpPr txBox="1">
            <a:spLocks noGrp="1"/>
          </p:cNvSpPr>
          <p:nvPr>
            <p:ph type="subTitle" idx="1"/>
          </p:nvPr>
        </p:nvSpPr>
        <p:spPr>
          <a:xfrm>
            <a:off x="2557925" y="2247150"/>
            <a:ext cx="5722200" cy="2173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rtl="0">
              <a:lnSpc>
                <a:spcPct val="100000"/>
              </a:lnSpc>
              <a:spcBef>
                <a:spcPts val="0"/>
              </a:spcBef>
              <a:spcAft>
                <a:spcPts val="0"/>
              </a:spcAft>
              <a:buClr>
                <a:schemeClr val="dk1"/>
              </a:buClr>
              <a:buSzPts val="2800"/>
              <a:buNone/>
              <a:defRPr sz="2800">
                <a:solidFill>
                  <a:schemeClr val="dk1"/>
                </a:solidFill>
              </a:defRPr>
            </a:lvl2pPr>
            <a:lvl3pPr lvl="2" rtl="0">
              <a:lnSpc>
                <a:spcPct val="100000"/>
              </a:lnSpc>
              <a:spcBef>
                <a:spcPts val="0"/>
              </a:spcBef>
              <a:spcAft>
                <a:spcPts val="0"/>
              </a:spcAft>
              <a:buClr>
                <a:schemeClr val="dk1"/>
              </a:buClr>
              <a:buSzPts val="2800"/>
              <a:buNone/>
              <a:defRPr sz="2800">
                <a:solidFill>
                  <a:schemeClr val="dk1"/>
                </a:solidFill>
              </a:defRPr>
            </a:lvl3pPr>
            <a:lvl4pPr lvl="3" rtl="0">
              <a:lnSpc>
                <a:spcPct val="100000"/>
              </a:lnSpc>
              <a:spcBef>
                <a:spcPts val="0"/>
              </a:spcBef>
              <a:spcAft>
                <a:spcPts val="0"/>
              </a:spcAft>
              <a:buClr>
                <a:schemeClr val="dk1"/>
              </a:buClr>
              <a:buSzPts val="2800"/>
              <a:buNone/>
              <a:defRPr sz="2800">
                <a:solidFill>
                  <a:schemeClr val="dk1"/>
                </a:solidFill>
              </a:defRPr>
            </a:lvl4pPr>
            <a:lvl5pPr lvl="4" rtl="0">
              <a:lnSpc>
                <a:spcPct val="100000"/>
              </a:lnSpc>
              <a:spcBef>
                <a:spcPts val="0"/>
              </a:spcBef>
              <a:spcAft>
                <a:spcPts val="0"/>
              </a:spcAft>
              <a:buClr>
                <a:schemeClr val="dk1"/>
              </a:buClr>
              <a:buSzPts val="2800"/>
              <a:buNone/>
              <a:defRPr sz="2800">
                <a:solidFill>
                  <a:schemeClr val="dk1"/>
                </a:solidFill>
              </a:defRPr>
            </a:lvl5pPr>
            <a:lvl6pPr lvl="5" rtl="0">
              <a:lnSpc>
                <a:spcPct val="100000"/>
              </a:lnSpc>
              <a:spcBef>
                <a:spcPts val="0"/>
              </a:spcBef>
              <a:spcAft>
                <a:spcPts val="0"/>
              </a:spcAft>
              <a:buClr>
                <a:schemeClr val="dk1"/>
              </a:buClr>
              <a:buSzPts val="2800"/>
              <a:buNone/>
              <a:defRPr sz="2800">
                <a:solidFill>
                  <a:schemeClr val="dk1"/>
                </a:solidFill>
              </a:defRPr>
            </a:lvl6pPr>
            <a:lvl7pPr lvl="6" rtl="0">
              <a:lnSpc>
                <a:spcPct val="100000"/>
              </a:lnSpc>
              <a:spcBef>
                <a:spcPts val="0"/>
              </a:spcBef>
              <a:spcAft>
                <a:spcPts val="0"/>
              </a:spcAft>
              <a:buClr>
                <a:schemeClr val="dk1"/>
              </a:buClr>
              <a:buSzPts val="2800"/>
              <a:buNone/>
              <a:defRPr sz="2800">
                <a:solidFill>
                  <a:schemeClr val="dk1"/>
                </a:solidFill>
              </a:defRPr>
            </a:lvl7pPr>
            <a:lvl8pPr lvl="7" rtl="0">
              <a:lnSpc>
                <a:spcPct val="100000"/>
              </a:lnSpc>
              <a:spcBef>
                <a:spcPts val="0"/>
              </a:spcBef>
              <a:spcAft>
                <a:spcPts val="0"/>
              </a:spcAft>
              <a:buClr>
                <a:schemeClr val="dk1"/>
              </a:buClr>
              <a:buSzPts val="2800"/>
              <a:buNone/>
              <a:defRPr sz="2800">
                <a:solidFill>
                  <a:schemeClr val="dk1"/>
                </a:solidFill>
              </a:defRPr>
            </a:lvl8pPr>
            <a:lvl9pPr lvl="8"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119" name="Google Shape;119;p17"/>
          <p:cNvSpPr txBox="1">
            <a:spLocks noGrp="1"/>
          </p:cNvSpPr>
          <p:nvPr>
            <p:ph type="title"/>
          </p:nvPr>
        </p:nvSpPr>
        <p:spPr>
          <a:xfrm>
            <a:off x="2646000" y="381600"/>
            <a:ext cx="5778000" cy="834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1pPr>
            <a:lvl2pPr lvl="1"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2pPr>
            <a:lvl3pPr lvl="2"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3pPr>
            <a:lvl4pPr lvl="3"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4pPr>
            <a:lvl5pPr lvl="4"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5pPr>
            <a:lvl6pPr lvl="5"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6pPr>
            <a:lvl7pPr lvl="6"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7pPr>
            <a:lvl8pPr lvl="7"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8pPr>
            <a:lvl9pPr lvl="8"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9pPr>
          </a:lstStyle>
          <a:p>
            <a:endParaRPr/>
          </a:p>
        </p:txBody>
      </p:sp>
      <p:sp>
        <p:nvSpPr>
          <p:cNvPr id="120" name="Google Shape;120;p17"/>
          <p:cNvSpPr/>
          <p:nvPr/>
        </p:nvSpPr>
        <p:spPr>
          <a:xfrm rot="10800000" flipH="1">
            <a:off x="6325960" y="4604400"/>
            <a:ext cx="3956677" cy="264994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3">
  <p:cSld name="TITLE_ONLY_2">
    <p:spTree>
      <p:nvGrpSpPr>
        <p:cNvPr id="1" name="Shape 125"/>
        <p:cNvGrpSpPr/>
        <p:nvPr/>
      </p:nvGrpSpPr>
      <p:grpSpPr>
        <a:xfrm>
          <a:off x="0" y="0"/>
          <a:ext cx="0" cy="0"/>
          <a:chOff x="0" y="0"/>
          <a:chExt cx="0" cy="0"/>
        </a:xfrm>
      </p:grpSpPr>
      <p:sp>
        <p:nvSpPr>
          <p:cNvPr id="126" name="Google Shape;126;p19"/>
          <p:cNvSpPr/>
          <p:nvPr/>
        </p:nvSpPr>
        <p:spPr>
          <a:xfrm rot="10800000">
            <a:off x="-1310690" y="4604400"/>
            <a:ext cx="3956677" cy="264994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7" name="Google Shape;127;p19"/>
          <p:cNvSpPr txBox="1">
            <a:spLocks noGrp="1"/>
          </p:cNvSpPr>
          <p:nvPr>
            <p:ph type="title"/>
          </p:nvPr>
        </p:nvSpPr>
        <p:spPr>
          <a:xfrm>
            <a:off x="2646000" y="381600"/>
            <a:ext cx="5778000" cy="834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1pPr>
            <a:lvl2pPr lvl="1"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2pPr>
            <a:lvl3pPr lvl="2"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3pPr>
            <a:lvl4pPr lvl="3"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4pPr>
            <a:lvl5pPr lvl="4"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5pPr>
            <a:lvl6pPr lvl="5"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6pPr>
            <a:lvl7pPr lvl="6"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7pPr>
            <a:lvl8pPr lvl="7"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8pPr>
            <a:lvl9pPr lvl="8"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9pPr>
          </a:lstStyle>
          <a:p>
            <a:endParaRPr/>
          </a:p>
        </p:txBody>
      </p:sp>
      <p:sp>
        <p:nvSpPr>
          <p:cNvPr id="128" name="Google Shape;128;p19"/>
          <p:cNvSpPr/>
          <p:nvPr/>
        </p:nvSpPr>
        <p:spPr>
          <a:xfrm flipH="1">
            <a:off x="-5389967" y="-2136525"/>
            <a:ext cx="5876445" cy="393580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2">
  <p:cSld name="TITLE_ONLY_1">
    <p:spTree>
      <p:nvGrpSpPr>
        <p:cNvPr id="1" name="Shape 129"/>
        <p:cNvGrpSpPr/>
        <p:nvPr/>
      </p:nvGrpSpPr>
      <p:grpSpPr>
        <a:xfrm>
          <a:off x="0" y="0"/>
          <a:ext cx="0" cy="0"/>
          <a:chOff x="0" y="0"/>
          <a:chExt cx="0" cy="0"/>
        </a:xfrm>
      </p:grpSpPr>
      <p:sp>
        <p:nvSpPr>
          <p:cNvPr id="130" name="Google Shape;130;p20"/>
          <p:cNvSpPr/>
          <p:nvPr/>
        </p:nvSpPr>
        <p:spPr>
          <a:xfrm rot="10800000">
            <a:off x="4467310" y="4837925"/>
            <a:ext cx="3956677" cy="264994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1" name="Google Shape;131;p20"/>
          <p:cNvSpPr txBox="1">
            <a:spLocks noGrp="1"/>
          </p:cNvSpPr>
          <p:nvPr>
            <p:ph type="title"/>
          </p:nvPr>
        </p:nvSpPr>
        <p:spPr>
          <a:xfrm>
            <a:off x="2646000" y="381600"/>
            <a:ext cx="5778000" cy="834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1pPr>
            <a:lvl2pPr lvl="1"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2pPr>
            <a:lvl3pPr lvl="2"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3pPr>
            <a:lvl4pPr lvl="3"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4pPr>
            <a:lvl5pPr lvl="4"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5pPr>
            <a:lvl6pPr lvl="5"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6pPr>
            <a:lvl7pPr lvl="6"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7pPr>
            <a:lvl8pPr lvl="7"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8pPr>
            <a:lvl9pPr lvl="8"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9pPr>
          </a:lstStyle>
          <a:p>
            <a:endParaRPr/>
          </a:p>
        </p:txBody>
      </p:sp>
      <p:sp>
        <p:nvSpPr>
          <p:cNvPr id="132" name="Google Shape;132;p20"/>
          <p:cNvSpPr/>
          <p:nvPr/>
        </p:nvSpPr>
        <p:spPr>
          <a:xfrm flipH="1">
            <a:off x="-1651126" y="-1739725"/>
            <a:ext cx="3956677" cy="264994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TITLE_ONLY_1_2">
    <p:spTree>
      <p:nvGrpSpPr>
        <p:cNvPr id="1" name="Shape 133"/>
        <p:cNvGrpSpPr/>
        <p:nvPr/>
      </p:nvGrpSpPr>
      <p:grpSpPr>
        <a:xfrm>
          <a:off x="0" y="0"/>
          <a:ext cx="0" cy="0"/>
          <a:chOff x="0" y="0"/>
          <a:chExt cx="0" cy="0"/>
        </a:xfrm>
      </p:grpSpPr>
      <p:sp>
        <p:nvSpPr>
          <p:cNvPr id="134" name="Google Shape;134;p21"/>
          <p:cNvSpPr/>
          <p:nvPr/>
        </p:nvSpPr>
        <p:spPr>
          <a:xfrm rot="10800000">
            <a:off x="4467310" y="4837925"/>
            <a:ext cx="3956677" cy="264994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5" name="Google Shape;135;p21"/>
          <p:cNvSpPr/>
          <p:nvPr/>
        </p:nvSpPr>
        <p:spPr>
          <a:xfrm flipH="1">
            <a:off x="-1651126" y="-1739725"/>
            <a:ext cx="3956677" cy="264994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5">
  <p:cSld name="TITLE_ONLY_1_1_1">
    <p:spTree>
      <p:nvGrpSpPr>
        <p:cNvPr id="1" name="Shape 139"/>
        <p:cNvGrpSpPr/>
        <p:nvPr/>
      </p:nvGrpSpPr>
      <p:grpSpPr>
        <a:xfrm>
          <a:off x="0" y="0"/>
          <a:ext cx="0" cy="0"/>
          <a:chOff x="0" y="0"/>
          <a:chExt cx="0" cy="0"/>
        </a:xfrm>
      </p:grpSpPr>
      <p:sp>
        <p:nvSpPr>
          <p:cNvPr id="140" name="Google Shape;140;p23"/>
          <p:cNvSpPr/>
          <p:nvPr/>
        </p:nvSpPr>
        <p:spPr>
          <a:xfrm rot="10800000">
            <a:off x="-2722715" y="165225"/>
            <a:ext cx="3956677" cy="264994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1" name="Google Shape;141;p23"/>
          <p:cNvSpPr txBox="1">
            <a:spLocks noGrp="1"/>
          </p:cNvSpPr>
          <p:nvPr>
            <p:ph type="title"/>
          </p:nvPr>
        </p:nvSpPr>
        <p:spPr>
          <a:xfrm>
            <a:off x="2646000" y="381600"/>
            <a:ext cx="5778000" cy="834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1pPr>
            <a:lvl2pPr lvl="1"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2pPr>
            <a:lvl3pPr lvl="2"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3pPr>
            <a:lvl4pPr lvl="3"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4pPr>
            <a:lvl5pPr lvl="4"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5pPr>
            <a:lvl6pPr lvl="5"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6pPr>
            <a:lvl7pPr lvl="6"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7pPr>
            <a:lvl8pPr lvl="7"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8pPr>
            <a:lvl9pPr lvl="8"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one column 4">
  <p:cSld name="ONE_COLUMN_TEXT_2">
    <p:spTree>
      <p:nvGrpSpPr>
        <p:cNvPr id="1" name="Shape 146"/>
        <p:cNvGrpSpPr/>
        <p:nvPr/>
      </p:nvGrpSpPr>
      <p:grpSpPr>
        <a:xfrm>
          <a:off x="0" y="0"/>
          <a:ext cx="0" cy="0"/>
          <a:chOff x="0" y="0"/>
          <a:chExt cx="0" cy="0"/>
        </a:xfrm>
      </p:grpSpPr>
      <p:sp>
        <p:nvSpPr>
          <p:cNvPr id="147" name="Google Shape;147;p25"/>
          <p:cNvSpPr txBox="1">
            <a:spLocks noGrp="1"/>
          </p:cNvSpPr>
          <p:nvPr>
            <p:ph type="title"/>
          </p:nvPr>
        </p:nvSpPr>
        <p:spPr>
          <a:xfrm>
            <a:off x="5694775" y="1518855"/>
            <a:ext cx="2779200" cy="10020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lt2"/>
              </a:buClr>
              <a:buSzPts val="6000"/>
              <a:buFont typeface="Barlow"/>
              <a:buNone/>
              <a:defRPr sz="6000" b="1">
                <a:latin typeface="Barlow"/>
                <a:ea typeface="Barlow"/>
                <a:cs typeface="Barlow"/>
                <a:sym typeface="Barlow"/>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48" name="Google Shape;148;p25"/>
          <p:cNvSpPr/>
          <p:nvPr/>
        </p:nvSpPr>
        <p:spPr>
          <a:xfrm rot="10800000">
            <a:off x="-642326" y="4604408"/>
            <a:ext cx="3288326" cy="3052417"/>
          </a:xfrm>
          <a:custGeom>
            <a:avLst/>
            <a:gdLst/>
            <a:ahLst/>
            <a:cxnLst/>
            <a:rect l="l" t="t" r="r" b="b"/>
            <a:pathLst>
              <a:path w="44075" h="40913" extrusionOk="0">
                <a:moveTo>
                  <a:pt x="18967" y="0"/>
                </a:moveTo>
                <a:lnTo>
                  <a:pt x="1" y="18967"/>
                </a:lnTo>
                <a:lnTo>
                  <a:pt x="1" y="40913"/>
                </a:lnTo>
                <a:lnTo>
                  <a:pt x="28360" y="40913"/>
                </a:lnTo>
                <a:lnTo>
                  <a:pt x="44074" y="25138"/>
                </a:lnTo>
                <a:lnTo>
                  <a:pt x="26992" y="8055"/>
                </a:lnTo>
                <a:lnTo>
                  <a:pt x="18967"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9" name="Google Shape;149;p25"/>
          <p:cNvSpPr txBox="1">
            <a:spLocks noGrp="1"/>
          </p:cNvSpPr>
          <p:nvPr>
            <p:ph type="subTitle" idx="1"/>
          </p:nvPr>
        </p:nvSpPr>
        <p:spPr>
          <a:xfrm>
            <a:off x="5633875" y="2252320"/>
            <a:ext cx="2840100" cy="1347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150" name="Google Shape;150;p25"/>
          <p:cNvSpPr/>
          <p:nvPr/>
        </p:nvSpPr>
        <p:spPr>
          <a:xfrm>
            <a:off x="7020025" y="-976316"/>
            <a:ext cx="2807931" cy="188058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one column 2">
  <p:cSld name="ONE_COLUMN_TEXT_1">
    <p:spTree>
      <p:nvGrpSpPr>
        <p:cNvPr id="1" name="Shape 151"/>
        <p:cNvGrpSpPr/>
        <p:nvPr/>
      </p:nvGrpSpPr>
      <p:grpSpPr>
        <a:xfrm>
          <a:off x="0" y="0"/>
          <a:ext cx="0" cy="0"/>
          <a:chOff x="0" y="0"/>
          <a:chExt cx="0" cy="0"/>
        </a:xfrm>
      </p:grpSpPr>
      <p:sp>
        <p:nvSpPr>
          <p:cNvPr id="152" name="Google Shape;152;p26"/>
          <p:cNvSpPr txBox="1">
            <a:spLocks noGrp="1"/>
          </p:cNvSpPr>
          <p:nvPr>
            <p:ph type="title"/>
          </p:nvPr>
        </p:nvSpPr>
        <p:spPr>
          <a:xfrm>
            <a:off x="5391500" y="2311350"/>
            <a:ext cx="3128400" cy="10020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lt2"/>
              </a:buClr>
              <a:buSzPts val="3500"/>
              <a:buFont typeface="Barlow"/>
              <a:buNone/>
              <a:defRPr sz="3500" b="1">
                <a:solidFill>
                  <a:schemeClr val="lt2"/>
                </a:solidFill>
                <a:latin typeface="Barlow"/>
                <a:ea typeface="Barlow"/>
                <a:cs typeface="Barlow"/>
                <a:sym typeface="Barlow"/>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53" name="Google Shape;153;p26"/>
          <p:cNvSpPr txBox="1">
            <a:spLocks noGrp="1"/>
          </p:cNvSpPr>
          <p:nvPr>
            <p:ph type="subTitle" idx="1"/>
          </p:nvPr>
        </p:nvSpPr>
        <p:spPr>
          <a:xfrm>
            <a:off x="5679800" y="3110850"/>
            <a:ext cx="2840100" cy="1347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154" name="Google Shape;154;p26"/>
          <p:cNvSpPr/>
          <p:nvPr/>
        </p:nvSpPr>
        <p:spPr>
          <a:xfrm rot="10800000" flipH="1">
            <a:off x="3639587" y="4604408"/>
            <a:ext cx="3288326" cy="3052417"/>
          </a:xfrm>
          <a:custGeom>
            <a:avLst/>
            <a:gdLst/>
            <a:ahLst/>
            <a:cxnLst/>
            <a:rect l="l" t="t" r="r" b="b"/>
            <a:pathLst>
              <a:path w="44075" h="40913" extrusionOk="0">
                <a:moveTo>
                  <a:pt x="18967" y="0"/>
                </a:moveTo>
                <a:lnTo>
                  <a:pt x="1" y="18967"/>
                </a:lnTo>
                <a:lnTo>
                  <a:pt x="1" y="40913"/>
                </a:lnTo>
                <a:lnTo>
                  <a:pt x="28360" y="40913"/>
                </a:lnTo>
                <a:lnTo>
                  <a:pt x="44074" y="25138"/>
                </a:lnTo>
                <a:lnTo>
                  <a:pt x="26992" y="8055"/>
                </a:lnTo>
                <a:lnTo>
                  <a:pt x="18967"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5" name="Google Shape;155;p26"/>
          <p:cNvSpPr/>
          <p:nvPr/>
        </p:nvSpPr>
        <p:spPr>
          <a:xfrm flipH="1">
            <a:off x="-2469315" y="-1752250"/>
            <a:ext cx="3956677" cy="264994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one column 3">
  <p:cSld name="ONE_COLUMN_TEXT_1_1">
    <p:spTree>
      <p:nvGrpSpPr>
        <p:cNvPr id="1" name="Shape 156"/>
        <p:cNvGrpSpPr/>
        <p:nvPr/>
      </p:nvGrpSpPr>
      <p:grpSpPr>
        <a:xfrm>
          <a:off x="0" y="0"/>
          <a:ext cx="0" cy="0"/>
          <a:chOff x="0" y="0"/>
          <a:chExt cx="0" cy="0"/>
        </a:xfrm>
      </p:grpSpPr>
      <p:sp>
        <p:nvSpPr>
          <p:cNvPr id="157" name="Google Shape;157;p27"/>
          <p:cNvSpPr txBox="1">
            <a:spLocks noGrp="1"/>
          </p:cNvSpPr>
          <p:nvPr>
            <p:ph type="title"/>
          </p:nvPr>
        </p:nvSpPr>
        <p:spPr>
          <a:xfrm>
            <a:off x="5094000" y="1320942"/>
            <a:ext cx="3459600" cy="10020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lt2"/>
              </a:buClr>
              <a:buSzPts val="3500"/>
              <a:buFont typeface="Barlow"/>
              <a:buNone/>
              <a:defRPr sz="3500" b="1">
                <a:solidFill>
                  <a:schemeClr val="lt2"/>
                </a:solidFill>
                <a:latin typeface="Barlow"/>
                <a:ea typeface="Barlow"/>
                <a:cs typeface="Barlow"/>
                <a:sym typeface="Barlow"/>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58" name="Google Shape;158;p27"/>
          <p:cNvSpPr txBox="1">
            <a:spLocks noGrp="1"/>
          </p:cNvSpPr>
          <p:nvPr>
            <p:ph type="subTitle" idx="1"/>
          </p:nvPr>
        </p:nvSpPr>
        <p:spPr>
          <a:xfrm>
            <a:off x="5204150" y="2117706"/>
            <a:ext cx="3288300" cy="1347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159" name="Google Shape;159;p27"/>
          <p:cNvSpPr/>
          <p:nvPr/>
        </p:nvSpPr>
        <p:spPr>
          <a:xfrm rot="-5400000">
            <a:off x="-1104073" y="-1847449"/>
            <a:ext cx="3231681" cy="2164500"/>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0" name="Google Shape;160;p27"/>
          <p:cNvSpPr/>
          <p:nvPr/>
        </p:nvSpPr>
        <p:spPr>
          <a:xfrm rot="10800000" flipH="1">
            <a:off x="3525513" y="4134659"/>
            <a:ext cx="2807931" cy="188058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one column 6">
  <p:cSld name="ONE_COLUMN_TEXT_1_1_1">
    <p:spTree>
      <p:nvGrpSpPr>
        <p:cNvPr id="1" name="Shape 166"/>
        <p:cNvGrpSpPr/>
        <p:nvPr/>
      </p:nvGrpSpPr>
      <p:grpSpPr>
        <a:xfrm>
          <a:off x="0" y="0"/>
          <a:ext cx="0" cy="0"/>
          <a:chOff x="0" y="0"/>
          <a:chExt cx="0" cy="0"/>
        </a:xfrm>
      </p:grpSpPr>
      <p:sp>
        <p:nvSpPr>
          <p:cNvPr id="167" name="Google Shape;167;p29"/>
          <p:cNvSpPr txBox="1">
            <a:spLocks noGrp="1"/>
          </p:cNvSpPr>
          <p:nvPr>
            <p:ph type="title"/>
          </p:nvPr>
        </p:nvSpPr>
        <p:spPr>
          <a:xfrm>
            <a:off x="5094000" y="1320750"/>
            <a:ext cx="3459600" cy="1002000"/>
          </a:xfrm>
          <a:prstGeom prst="rect">
            <a:avLst/>
          </a:prstGeom>
        </p:spPr>
        <p:txBody>
          <a:bodyPr spcFirstLastPara="1" wrap="square" lIns="91425" tIns="91425" rIns="91425" bIns="91425" anchor="b" anchorCtr="0">
            <a:noAutofit/>
          </a:bodyPr>
          <a:lstStyle>
            <a:lvl1pPr lvl="0" algn="r" rtl="0">
              <a:spcBef>
                <a:spcPts val="0"/>
              </a:spcBef>
              <a:spcAft>
                <a:spcPts val="0"/>
              </a:spcAft>
              <a:buClr>
                <a:schemeClr val="lt2"/>
              </a:buClr>
              <a:buSzPts val="3500"/>
              <a:buFont typeface="Barlow"/>
              <a:buNone/>
              <a:defRPr sz="3500" b="1">
                <a:solidFill>
                  <a:schemeClr val="lt2"/>
                </a:solidFill>
                <a:latin typeface="Barlow"/>
                <a:ea typeface="Barlow"/>
                <a:cs typeface="Barlow"/>
                <a:sym typeface="Barlow"/>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68" name="Google Shape;168;p29"/>
          <p:cNvSpPr txBox="1">
            <a:spLocks noGrp="1"/>
          </p:cNvSpPr>
          <p:nvPr>
            <p:ph type="subTitle" idx="1"/>
          </p:nvPr>
        </p:nvSpPr>
        <p:spPr>
          <a:xfrm>
            <a:off x="5204150" y="2120250"/>
            <a:ext cx="3288300" cy="1347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169" name="Google Shape;169;p29"/>
          <p:cNvSpPr/>
          <p:nvPr/>
        </p:nvSpPr>
        <p:spPr>
          <a:xfrm>
            <a:off x="8664502" y="-1105374"/>
            <a:ext cx="3231681" cy="2164500"/>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0" name="Google Shape;170;p29"/>
          <p:cNvSpPr/>
          <p:nvPr/>
        </p:nvSpPr>
        <p:spPr>
          <a:xfrm flipH="1">
            <a:off x="-1807712" y="2723809"/>
            <a:ext cx="2807931" cy="188058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71"/>
        <p:cNvGrpSpPr/>
        <p:nvPr/>
      </p:nvGrpSpPr>
      <p:grpSpPr>
        <a:xfrm>
          <a:off x="0" y="0"/>
          <a:ext cx="0" cy="0"/>
          <a:chOff x="0" y="0"/>
          <a:chExt cx="0" cy="0"/>
        </a:xfrm>
      </p:grpSpPr>
      <p:sp>
        <p:nvSpPr>
          <p:cNvPr id="172" name="Google Shape;172;p30"/>
          <p:cNvSpPr/>
          <p:nvPr/>
        </p:nvSpPr>
        <p:spPr>
          <a:xfrm>
            <a:off x="-107575" y="1338150"/>
            <a:ext cx="8318100" cy="2467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 name="Google Shape;173;p30"/>
          <p:cNvSpPr txBox="1">
            <a:spLocks noGrp="1"/>
          </p:cNvSpPr>
          <p:nvPr>
            <p:ph type="title"/>
          </p:nvPr>
        </p:nvSpPr>
        <p:spPr>
          <a:xfrm>
            <a:off x="1070700" y="1157800"/>
            <a:ext cx="7002600" cy="2467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3500"/>
              <a:buFont typeface="Barlow"/>
              <a:buNone/>
              <a:defRPr sz="3500" b="1">
                <a:solidFill>
                  <a:schemeClr val="lt1"/>
                </a:solidFill>
                <a:latin typeface="Barlow"/>
                <a:ea typeface="Barlow"/>
                <a:cs typeface="Barlow"/>
                <a:sym typeface="Barlow"/>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74" name="Google Shape;174;p30"/>
          <p:cNvSpPr txBox="1">
            <a:spLocks noGrp="1"/>
          </p:cNvSpPr>
          <p:nvPr>
            <p:ph type="subTitle" idx="1"/>
          </p:nvPr>
        </p:nvSpPr>
        <p:spPr>
          <a:xfrm>
            <a:off x="3168000" y="3185050"/>
            <a:ext cx="2808000" cy="47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800"/>
              <a:buFont typeface="Barlow Medium"/>
              <a:buNone/>
              <a:defRPr>
                <a:solidFill>
                  <a:schemeClr val="lt1"/>
                </a:solidFill>
                <a:latin typeface="Barlow Medium"/>
                <a:ea typeface="Barlow Medium"/>
                <a:cs typeface="Barlow Medium"/>
                <a:sym typeface="Barlow Medium"/>
              </a:defRPr>
            </a:lvl1pPr>
            <a:lvl2pPr lvl="1" algn="ctr" rtl="0">
              <a:lnSpc>
                <a:spcPct val="100000"/>
              </a:lnSpc>
              <a:spcBef>
                <a:spcPts val="0"/>
              </a:spcBef>
              <a:spcAft>
                <a:spcPts val="0"/>
              </a:spcAft>
              <a:buClr>
                <a:schemeClr val="lt1"/>
              </a:buClr>
              <a:buSzPts val="2800"/>
              <a:buNone/>
              <a:defRPr sz="2800">
                <a:solidFill>
                  <a:schemeClr val="lt1"/>
                </a:solidFill>
              </a:defRPr>
            </a:lvl2pPr>
            <a:lvl3pPr lvl="2" algn="ctr" rtl="0">
              <a:lnSpc>
                <a:spcPct val="100000"/>
              </a:lnSpc>
              <a:spcBef>
                <a:spcPts val="0"/>
              </a:spcBef>
              <a:spcAft>
                <a:spcPts val="0"/>
              </a:spcAft>
              <a:buClr>
                <a:schemeClr val="lt1"/>
              </a:buClr>
              <a:buSzPts val="2800"/>
              <a:buNone/>
              <a:defRPr sz="2800">
                <a:solidFill>
                  <a:schemeClr val="lt1"/>
                </a:solidFill>
              </a:defRPr>
            </a:lvl3pPr>
            <a:lvl4pPr lvl="3" algn="ctr" rtl="0">
              <a:lnSpc>
                <a:spcPct val="100000"/>
              </a:lnSpc>
              <a:spcBef>
                <a:spcPts val="0"/>
              </a:spcBef>
              <a:spcAft>
                <a:spcPts val="0"/>
              </a:spcAft>
              <a:buClr>
                <a:schemeClr val="lt1"/>
              </a:buClr>
              <a:buSzPts val="2800"/>
              <a:buNone/>
              <a:defRPr sz="2800">
                <a:solidFill>
                  <a:schemeClr val="lt1"/>
                </a:solidFill>
              </a:defRPr>
            </a:lvl4pPr>
            <a:lvl5pPr lvl="4" algn="ctr" rtl="0">
              <a:lnSpc>
                <a:spcPct val="100000"/>
              </a:lnSpc>
              <a:spcBef>
                <a:spcPts val="0"/>
              </a:spcBef>
              <a:spcAft>
                <a:spcPts val="0"/>
              </a:spcAft>
              <a:buClr>
                <a:schemeClr val="lt1"/>
              </a:buClr>
              <a:buSzPts val="2800"/>
              <a:buNone/>
              <a:defRPr sz="2800">
                <a:solidFill>
                  <a:schemeClr val="lt1"/>
                </a:solidFill>
              </a:defRPr>
            </a:lvl5pPr>
            <a:lvl6pPr lvl="5" algn="ctr" rtl="0">
              <a:lnSpc>
                <a:spcPct val="100000"/>
              </a:lnSpc>
              <a:spcBef>
                <a:spcPts val="0"/>
              </a:spcBef>
              <a:spcAft>
                <a:spcPts val="0"/>
              </a:spcAft>
              <a:buClr>
                <a:schemeClr val="lt1"/>
              </a:buClr>
              <a:buSzPts val="2800"/>
              <a:buNone/>
              <a:defRPr sz="2800">
                <a:solidFill>
                  <a:schemeClr val="lt1"/>
                </a:solidFill>
              </a:defRPr>
            </a:lvl6pPr>
            <a:lvl7pPr lvl="6" algn="ctr" rtl="0">
              <a:lnSpc>
                <a:spcPct val="100000"/>
              </a:lnSpc>
              <a:spcBef>
                <a:spcPts val="0"/>
              </a:spcBef>
              <a:spcAft>
                <a:spcPts val="0"/>
              </a:spcAft>
              <a:buClr>
                <a:schemeClr val="lt1"/>
              </a:buClr>
              <a:buSzPts val="2800"/>
              <a:buNone/>
              <a:defRPr sz="2800">
                <a:solidFill>
                  <a:schemeClr val="lt1"/>
                </a:solidFill>
              </a:defRPr>
            </a:lvl7pPr>
            <a:lvl8pPr lvl="7" algn="ctr" rtl="0">
              <a:lnSpc>
                <a:spcPct val="100000"/>
              </a:lnSpc>
              <a:spcBef>
                <a:spcPts val="0"/>
              </a:spcBef>
              <a:spcAft>
                <a:spcPts val="0"/>
              </a:spcAft>
              <a:buClr>
                <a:schemeClr val="lt1"/>
              </a:buClr>
              <a:buSzPts val="2800"/>
              <a:buNone/>
              <a:defRPr sz="2800">
                <a:solidFill>
                  <a:schemeClr val="lt1"/>
                </a:solidFill>
              </a:defRPr>
            </a:lvl8pPr>
            <a:lvl9pPr lvl="8" algn="ctr" rtl="0">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175" name="Google Shape;175;p30"/>
          <p:cNvSpPr/>
          <p:nvPr/>
        </p:nvSpPr>
        <p:spPr>
          <a:xfrm>
            <a:off x="4572005" y="-3395800"/>
            <a:ext cx="5876445" cy="393580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6" name="Google Shape;176;p30"/>
          <p:cNvSpPr/>
          <p:nvPr/>
        </p:nvSpPr>
        <p:spPr>
          <a:xfrm>
            <a:off x="-177192" y="3489464"/>
            <a:ext cx="2608482" cy="2062072"/>
          </a:xfrm>
          <a:custGeom>
            <a:avLst/>
            <a:gdLst/>
            <a:ahLst/>
            <a:cxnLst/>
            <a:rect l="l" t="t" r="r" b="b"/>
            <a:pathLst>
              <a:path w="49333" h="38999" extrusionOk="0">
                <a:moveTo>
                  <a:pt x="0" y="1"/>
                </a:moveTo>
                <a:lnTo>
                  <a:pt x="0" y="38999"/>
                </a:lnTo>
                <a:lnTo>
                  <a:pt x="49333" y="38999"/>
                </a:lnTo>
                <a:lnTo>
                  <a:pt x="10304" y="1"/>
                </a:lnTo>
                <a:close/>
              </a:path>
            </a:pathLst>
          </a:cu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able of contents">
  <p:cSld name="MAIN_POINT_1">
    <p:spTree>
      <p:nvGrpSpPr>
        <p:cNvPr id="1" name="Shape 177"/>
        <p:cNvGrpSpPr/>
        <p:nvPr/>
      </p:nvGrpSpPr>
      <p:grpSpPr>
        <a:xfrm>
          <a:off x="0" y="0"/>
          <a:ext cx="0" cy="0"/>
          <a:chOff x="0" y="0"/>
          <a:chExt cx="0" cy="0"/>
        </a:xfrm>
      </p:grpSpPr>
      <p:sp>
        <p:nvSpPr>
          <p:cNvPr id="178" name="Google Shape;178;p31"/>
          <p:cNvSpPr txBox="1">
            <a:spLocks noGrp="1"/>
          </p:cNvSpPr>
          <p:nvPr>
            <p:ph type="title"/>
          </p:nvPr>
        </p:nvSpPr>
        <p:spPr>
          <a:xfrm>
            <a:off x="6051352" y="1257015"/>
            <a:ext cx="1505100" cy="518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2"/>
              </a:buClr>
              <a:buSzPts val="2500"/>
              <a:buFont typeface="Barlow"/>
              <a:buNone/>
              <a:defRPr sz="2500" b="1">
                <a:solidFill>
                  <a:schemeClr val="dk2"/>
                </a:solidFill>
                <a:latin typeface="Barlow"/>
                <a:ea typeface="Barlow"/>
                <a:cs typeface="Barlow"/>
                <a:sym typeface="Barlow"/>
              </a:defRPr>
            </a:lvl1pPr>
            <a:lvl2pPr lvl="1"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2pPr>
            <a:lvl3pPr lvl="2"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3pPr>
            <a:lvl4pPr lvl="3"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4pPr>
            <a:lvl5pPr lvl="4"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5pPr>
            <a:lvl6pPr lvl="5"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6pPr>
            <a:lvl7pPr lvl="6"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7pPr>
            <a:lvl8pPr lvl="7"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8pPr>
            <a:lvl9pPr lvl="8"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9pPr>
          </a:lstStyle>
          <a:p>
            <a:endParaRPr/>
          </a:p>
        </p:txBody>
      </p:sp>
      <p:sp>
        <p:nvSpPr>
          <p:cNvPr id="179" name="Google Shape;179;p31"/>
          <p:cNvSpPr txBox="1">
            <a:spLocks noGrp="1"/>
          </p:cNvSpPr>
          <p:nvPr>
            <p:ph type="title" idx="2" hasCustomPrompt="1"/>
          </p:nvPr>
        </p:nvSpPr>
        <p:spPr>
          <a:xfrm>
            <a:off x="5669058" y="1287758"/>
            <a:ext cx="382200" cy="4572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2500"/>
              <a:buFont typeface="Barlow"/>
              <a:buNone/>
              <a:defRPr sz="2500" b="1">
                <a:solidFill>
                  <a:schemeClr val="lt1"/>
                </a:solidFill>
                <a:latin typeface="Barlow"/>
                <a:ea typeface="Barlow"/>
                <a:cs typeface="Barlow"/>
                <a:sym typeface="Barlow"/>
              </a:defRPr>
            </a:lvl1pPr>
            <a:lvl2pPr lvl="1"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2pPr>
            <a:lvl3pPr lvl="2"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3pPr>
            <a:lvl4pPr lvl="3"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4pPr>
            <a:lvl5pPr lvl="4"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5pPr>
            <a:lvl6pPr lvl="5"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6pPr>
            <a:lvl7pPr lvl="6"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7pPr>
            <a:lvl8pPr lvl="7"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8pPr>
            <a:lvl9pPr lvl="8"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9pPr>
          </a:lstStyle>
          <a:p>
            <a:r>
              <a:t>xx%</a:t>
            </a:r>
          </a:p>
        </p:txBody>
      </p:sp>
      <p:sp>
        <p:nvSpPr>
          <p:cNvPr id="180" name="Google Shape;180;p31"/>
          <p:cNvSpPr txBox="1">
            <a:spLocks noGrp="1"/>
          </p:cNvSpPr>
          <p:nvPr>
            <p:ph type="title" idx="3" hasCustomPrompt="1"/>
          </p:nvPr>
        </p:nvSpPr>
        <p:spPr>
          <a:xfrm>
            <a:off x="2951900" y="1287758"/>
            <a:ext cx="382200" cy="4572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2500"/>
              <a:buFont typeface="Barlow"/>
              <a:buNone/>
              <a:defRPr sz="2500" b="1">
                <a:solidFill>
                  <a:schemeClr val="lt1"/>
                </a:solidFill>
                <a:latin typeface="Barlow"/>
                <a:ea typeface="Barlow"/>
                <a:cs typeface="Barlow"/>
                <a:sym typeface="Barlow"/>
              </a:defRPr>
            </a:lvl1pPr>
            <a:lvl2pPr lvl="1"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2pPr>
            <a:lvl3pPr lvl="2"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3pPr>
            <a:lvl4pPr lvl="3"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4pPr>
            <a:lvl5pPr lvl="4"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5pPr>
            <a:lvl6pPr lvl="5"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6pPr>
            <a:lvl7pPr lvl="6"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7pPr>
            <a:lvl8pPr lvl="7"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8pPr>
            <a:lvl9pPr lvl="8"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9pPr>
          </a:lstStyle>
          <a:p>
            <a:r>
              <a:t>xx%</a:t>
            </a:r>
          </a:p>
        </p:txBody>
      </p:sp>
      <p:sp>
        <p:nvSpPr>
          <p:cNvPr id="181" name="Google Shape;181;p31"/>
          <p:cNvSpPr txBox="1">
            <a:spLocks noGrp="1"/>
          </p:cNvSpPr>
          <p:nvPr>
            <p:ph type="subTitle" idx="1"/>
          </p:nvPr>
        </p:nvSpPr>
        <p:spPr>
          <a:xfrm>
            <a:off x="3334182" y="3374616"/>
            <a:ext cx="1998300" cy="68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64951"/>
              </a:buClr>
              <a:buSzPts val="1800"/>
              <a:buFont typeface="Barlow Medium"/>
              <a:buNone/>
              <a:defRPr>
                <a:solidFill>
                  <a:srgbClr val="364951"/>
                </a:solidFill>
                <a:latin typeface="Barlow Medium"/>
                <a:ea typeface="Barlow Medium"/>
                <a:cs typeface="Barlow Medium"/>
                <a:sym typeface="Barlow Medium"/>
              </a:defRPr>
            </a:lvl1pPr>
            <a:lvl2pPr lvl="1"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2pPr>
            <a:lvl3pPr lvl="2"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3pPr>
            <a:lvl4pPr lvl="3"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4pPr>
            <a:lvl5pPr lvl="4"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5pPr>
            <a:lvl6pPr lvl="5"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6pPr>
            <a:lvl7pPr lvl="6"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7pPr>
            <a:lvl8pPr lvl="7"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8pPr>
            <a:lvl9pPr lvl="8"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9pPr>
          </a:lstStyle>
          <a:p>
            <a:endParaRPr/>
          </a:p>
        </p:txBody>
      </p:sp>
      <p:sp>
        <p:nvSpPr>
          <p:cNvPr id="182" name="Google Shape;182;p31"/>
          <p:cNvSpPr txBox="1">
            <a:spLocks noGrp="1"/>
          </p:cNvSpPr>
          <p:nvPr>
            <p:ph type="title" idx="4" hasCustomPrompt="1"/>
          </p:nvPr>
        </p:nvSpPr>
        <p:spPr>
          <a:xfrm>
            <a:off x="2951888" y="2976967"/>
            <a:ext cx="382200" cy="4572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2500"/>
              <a:buFont typeface="Barlow"/>
              <a:buNone/>
              <a:defRPr sz="2500" b="1">
                <a:solidFill>
                  <a:schemeClr val="lt1"/>
                </a:solidFill>
                <a:latin typeface="Barlow"/>
                <a:ea typeface="Barlow"/>
                <a:cs typeface="Barlow"/>
                <a:sym typeface="Barlow"/>
              </a:defRPr>
            </a:lvl1pPr>
            <a:lvl2pPr lvl="1"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2pPr>
            <a:lvl3pPr lvl="2"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3pPr>
            <a:lvl4pPr lvl="3"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4pPr>
            <a:lvl5pPr lvl="4"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5pPr>
            <a:lvl6pPr lvl="5"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6pPr>
            <a:lvl7pPr lvl="6"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7pPr>
            <a:lvl8pPr lvl="7"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8pPr>
            <a:lvl9pPr lvl="8"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9pPr>
          </a:lstStyle>
          <a:p>
            <a:r>
              <a:t>xx%</a:t>
            </a:r>
          </a:p>
        </p:txBody>
      </p:sp>
      <p:sp>
        <p:nvSpPr>
          <p:cNvPr id="183" name="Google Shape;183;p31"/>
          <p:cNvSpPr txBox="1">
            <a:spLocks noGrp="1"/>
          </p:cNvSpPr>
          <p:nvPr>
            <p:ph type="title" idx="5"/>
          </p:nvPr>
        </p:nvSpPr>
        <p:spPr>
          <a:xfrm>
            <a:off x="6051340" y="2946225"/>
            <a:ext cx="1505100" cy="518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2"/>
              </a:buClr>
              <a:buSzPts val="2500"/>
              <a:buFont typeface="Barlow"/>
              <a:buNone/>
              <a:defRPr sz="2500" b="1">
                <a:solidFill>
                  <a:schemeClr val="dk2"/>
                </a:solidFill>
                <a:latin typeface="Barlow"/>
                <a:ea typeface="Barlow"/>
                <a:cs typeface="Barlow"/>
                <a:sym typeface="Barlow"/>
              </a:defRPr>
            </a:lvl1pPr>
            <a:lvl2pPr lvl="1"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2pPr>
            <a:lvl3pPr lvl="2"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3pPr>
            <a:lvl4pPr lvl="3"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4pPr>
            <a:lvl5pPr lvl="4"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5pPr>
            <a:lvl6pPr lvl="5"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6pPr>
            <a:lvl7pPr lvl="6"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7pPr>
            <a:lvl8pPr lvl="7"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8pPr>
            <a:lvl9pPr lvl="8"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9pPr>
          </a:lstStyle>
          <a:p>
            <a:endParaRPr/>
          </a:p>
        </p:txBody>
      </p:sp>
      <p:sp>
        <p:nvSpPr>
          <p:cNvPr id="184" name="Google Shape;184;p31"/>
          <p:cNvSpPr txBox="1">
            <a:spLocks noGrp="1"/>
          </p:cNvSpPr>
          <p:nvPr>
            <p:ph type="title" idx="6" hasCustomPrompt="1"/>
          </p:nvPr>
        </p:nvSpPr>
        <p:spPr>
          <a:xfrm>
            <a:off x="5669045" y="2976967"/>
            <a:ext cx="382200" cy="4572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2500"/>
              <a:buFont typeface="Barlow"/>
              <a:buNone/>
              <a:defRPr sz="2500" b="1">
                <a:solidFill>
                  <a:schemeClr val="lt1"/>
                </a:solidFill>
                <a:latin typeface="Barlow"/>
                <a:ea typeface="Barlow"/>
                <a:cs typeface="Barlow"/>
                <a:sym typeface="Barlow"/>
              </a:defRPr>
            </a:lvl1pPr>
            <a:lvl2pPr lvl="1"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2pPr>
            <a:lvl3pPr lvl="2"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3pPr>
            <a:lvl4pPr lvl="3"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4pPr>
            <a:lvl5pPr lvl="4"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5pPr>
            <a:lvl6pPr lvl="5"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6pPr>
            <a:lvl7pPr lvl="6"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7pPr>
            <a:lvl8pPr lvl="7"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8pPr>
            <a:lvl9pPr lvl="8" algn="ctr" rtl="0">
              <a:spcBef>
                <a:spcPts val="0"/>
              </a:spcBef>
              <a:spcAft>
                <a:spcPts val="0"/>
              </a:spcAft>
              <a:buClr>
                <a:schemeClr val="dk2"/>
              </a:buClr>
              <a:buSzPts val="1600"/>
              <a:buFont typeface="Barlow"/>
              <a:buNone/>
              <a:defRPr sz="1600" b="1">
                <a:solidFill>
                  <a:schemeClr val="dk2"/>
                </a:solidFill>
                <a:latin typeface="Barlow"/>
                <a:ea typeface="Barlow"/>
                <a:cs typeface="Barlow"/>
                <a:sym typeface="Barlow"/>
              </a:defRPr>
            </a:lvl9pPr>
          </a:lstStyle>
          <a:p>
            <a:r>
              <a:t>xx%</a:t>
            </a:r>
          </a:p>
        </p:txBody>
      </p:sp>
      <p:sp>
        <p:nvSpPr>
          <p:cNvPr id="185" name="Google Shape;185;p31"/>
          <p:cNvSpPr txBox="1">
            <a:spLocks noGrp="1"/>
          </p:cNvSpPr>
          <p:nvPr>
            <p:ph type="subTitle" idx="7"/>
          </p:nvPr>
        </p:nvSpPr>
        <p:spPr>
          <a:xfrm>
            <a:off x="3334194" y="1685407"/>
            <a:ext cx="1998300" cy="68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64951"/>
              </a:buClr>
              <a:buSzPts val="1800"/>
              <a:buFont typeface="Barlow Medium"/>
              <a:buNone/>
              <a:defRPr>
                <a:solidFill>
                  <a:srgbClr val="364951"/>
                </a:solidFill>
                <a:latin typeface="Barlow Medium"/>
                <a:ea typeface="Barlow Medium"/>
                <a:cs typeface="Barlow Medium"/>
                <a:sym typeface="Barlow Medium"/>
              </a:defRPr>
            </a:lvl1pPr>
            <a:lvl2pPr lvl="1"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2pPr>
            <a:lvl3pPr lvl="2"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3pPr>
            <a:lvl4pPr lvl="3"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4pPr>
            <a:lvl5pPr lvl="4"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5pPr>
            <a:lvl6pPr lvl="5"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6pPr>
            <a:lvl7pPr lvl="6"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7pPr>
            <a:lvl8pPr lvl="7"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8pPr>
            <a:lvl9pPr lvl="8"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9pPr>
          </a:lstStyle>
          <a:p>
            <a:endParaRPr/>
          </a:p>
        </p:txBody>
      </p:sp>
      <p:sp>
        <p:nvSpPr>
          <p:cNvPr id="186" name="Google Shape;186;p31"/>
          <p:cNvSpPr txBox="1">
            <a:spLocks noGrp="1"/>
          </p:cNvSpPr>
          <p:nvPr>
            <p:ph type="title" idx="8"/>
          </p:nvPr>
        </p:nvSpPr>
        <p:spPr>
          <a:xfrm>
            <a:off x="3334194" y="1257015"/>
            <a:ext cx="1505100" cy="518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2"/>
              </a:buClr>
              <a:buSzPts val="2500"/>
              <a:buFont typeface="Barlow"/>
              <a:buNone/>
              <a:defRPr sz="2500" b="1">
                <a:solidFill>
                  <a:schemeClr val="dk2"/>
                </a:solidFill>
                <a:latin typeface="Barlow"/>
                <a:ea typeface="Barlow"/>
                <a:cs typeface="Barlow"/>
                <a:sym typeface="Barlow"/>
              </a:defRPr>
            </a:lvl1pPr>
            <a:lvl2pPr lvl="1"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2pPr>
            <a:lvl3pPr lvl="2"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3pPr>
            <a:lvl4pPr lvl="3"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4pPr>
            <a:lvl5pPr lvl="4"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5pPr>
            <a:lvl6pPr lvl="5"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6pPr>
            <a:lvl7pPr lvl="6"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7pPr>
            <a:lvl8pPr lvl="7"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8pPr>
            <a:lvl9pPr lvl="8"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9pPr>
          </a:lstStyle>
          <a:p>
            <a:endParaRPr/>
          </a:p>
        </p:txBody>
      </p:sp>
      <p:sp>
        <p:nvSpPr>
          <p:cNvPr id="187" name="Google Shape;187;p31"/>
          <p:cNvSpPr txBox="1">
            <a:spLocks noGrp="1"/>
          </p:cNvSpPr>
          <p:nvPr>
            <p:ph type="subTitle" idx="9"/>
          </p:nvPr>
        </p:nvSpPr>
        <p:spPr>
          <a:xfrm>
            <a:off x="6051352" y="1685407"/>
            <a:ext cx="1998300" cy="68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64951"/>
              </a:buClr>
              <a:buSzPts val="1800"/>
              <a:buFont typeface="Barlow Medium"/>
              <a:buNone/>
              <a:defRPr>
                <a:solidFill>
                  <a:srgbClr val="364951"/>
                </a:solidFill>
                <a:latin typeface="Barlow Medium"/>
                <a:ea typeface="Barlow Medium"/>
                <a:cs typeface="Barlow Medium"/>
                <a:sym typeface="Barlow Medium"/>
              </a:defRPr>
            </a:lvl1pPr>
            <a:lvl2pPr lvl="1"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2pPr>
            <a:lvl3pPr lvl="2"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3pPr>
            <a:lvl4pPr lvl="3"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4pPr>
            <a:lvl5pPr lvl="4"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5pPr>
            <a:lvl6pPr lvl="5"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6pPr>
            <a:lvl7pPr lvl="6"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7pPr>
            <a:lvl8pPr lvl="7"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8pPr>
            <a:lvl9pPr lvl="8"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9pPr>
          </a:lstStyle>
          <a:p>
            <a:endParaRPr/>
          </a:p>
        </p:txBody>
      </p:sp>
      <p:sp>
        <p:nvSpPr>
          <p:cNvPr id="188" name="Google Shape;188;p31"/>
          <p:cNvSpPr txBox="1">
            <a:spLocks noGrp="1"/>
          </p:cNvSpPr>
          <p:nvPr>
            <p:ph type="title" idx="13"/>
          </p:nvPr>
        </p:nvSpPr>
        <p:spPr>
          <a:xfrm>
            <a:off x="3334182" y="2946225"/>
            <a:ext cx="1505100" cy="518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dk2"/>
              </a:buClr>
              <a:buSzPts val="2500"/>
              <a:buFont typeface="Barlow"/>
              <a:buNone/>
              <a:defRPr sz="2500" b="1">
                <a:solidFill>
                  <a:schemeClr val="dk2"/>
                </a:solidFill>
                <a:latin typeface="Barlow"/>
                <a:ea typeface="Barlow"/>
                <a:cs typeface="Barlow"/>
                <a:sym typeface="Barlow"/>
              </a:defRPr>
            </a:lvl1pPr>
            <a:lvl2pPr lvl="1"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2pPr>
            <a:lvl3pPr lvl="2"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3pPr>
            <a:lvl4pPr lvl="3"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4pPr>
            <a:lvl5pPr lvl="4"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5pPr>
            <a:lvl6pPr lvl="5"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6pPr>
            <a:lvl7pPr lvl="6"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7pPr>
            <a:lvl8pPr lvl="7"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8pPr>
            <a:lvl9pPr lvl="8" algn="ctr" rtl="0">
              <a:spcBef>
                <a:spcPts val="0"/>
              </a:spcBef>
              <a:spcAft>
                <a:spcPts val="0"/>
              </a:spcAft>
              <a:buClr>
                <a:schemeClr val="dk2"/>
              </a:buClr>
              <a:buSzPts val="2400"/>
              <a:buFont typeface="Barlow Condensed ExtraBold"/>
              <a:buNone/>
              <a:defRPr sz="2400">
                <a:solidFill>
                  <a:schemeClr val="dk2"/>
                </a:solidFill>
                <a:latin typeface="Barlow Condensed ExtraBold"/>
                <a:ea typeface="Barlow Condensed ExtraBold"/>
                <a:cs typeface="Barlow Condensed ExtraBold"/>
                <a:sym typeface="Barlow Condensed ExtraBold"/>
              </a:defRPr>
            </a:lvl9pPr>
          </a:lstStyle>
          <a:p>
            <a:endParaRPr/>
          </a:p>
        </p:txBody>
      </p:sp>
      <p:sp>
        <p:nvSpPr>
          <p:cNvPr id="189" name="Google Shape;189;p31"/>
          <p:cNvSpPr txBox="1">
            <a:spLocks noGrp="1"/>
          </p:cNvSpPr>
          <p:nvPr>
            <p:ph type="subTitle" idx="14"/>
          </p:nvPr>
        </p:nvSpPr>
        <p:spPr>
          <a:xfrm>
            <a:off x="6051340" y="3374616"/>
            <a:ext cx="1998300" cy="68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364951"/>
              </a:buClr>
              <a:buSzPts val="1800"/>
              <a:buFont typeface="Barlow Medium"/>
              <a:buNone/>
              <a:defRPr>
                <a:solidFill>
                  <a:srgbClr val="364951"/>
                </a:solidFill>
                <a:latin typeface="Barlow Medium"/>
                <a:ea typeface="Barlow Medium"/>
                <a:cs typeface="Barlow Medium"/>
                <a:sym typeface="Barlow Medium"/>
              </a:defRPr>
            </a:lvl1pPr>
            <a:lvl2pPr lvl="1"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2pPr>
            <a:lvl3pPr lvl="2"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3pPr>
            <a:lvl4pPr lvl="3"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4pPr>
            <a:lvl5pPr lvl="4"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5pPr>
            <a:lvl6pPr lvl="5"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6pPr>
            <a:lvl7pPr lvl="6"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7pPr>
            <a:lvl8pPr lvl="7"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8pPr>
            <a:lvl9pPr lvl="8" rtl="0">
              <a:lnSpc>
                <a:spcPct val="100000"/>
              </a:lnSpc>
              <a:spcBef>
                <a:spcPts val="0"/>
              </a:spcBef>
              <a:spcAft>
                <a:spcPts val="0"/>
              </a:spcAft>
              <a:buClr>
                <a:srgbClr val="364951"/>
              </a:buClr>
              <a:buSzPts val="1800"/>
              <a:buFont typeface="Barlow Medium"/>
              <a:buNone/>
              <a:defRPr sz="1800">
                <a:solidFill>
                  <a:srgbClr val="364951"/>
                </a:solidFill>
                <a:latin typeface="Barlow Medium"/>
                <a:ea typeface="Barlow Medium"/>
                <a:cs typeface="Barlow Medium"/>
                <a:sym typeface="Barlow Medium"/>
              </a:defRPr>
            </a:lvl9pPr>
          </a:lstStyle>
          <a:p>
            <a:endParaRPr/>
          </a:p>
        </p:txBody>
      </p:sp>
      <p:sp>
        <p:nvSpPr>
          <p:cNvPr id="190" name="Google Shape;190;p31"/>
          <p:cNvSpPr/>
          <p:nvPr/>
        </p:nvSpPr>
        <p:spPr>
          <a:xfrm rot="10800000">
            <a:off x="5837928" y="4604395"/>
            <a:ext cx="3948372" cy="2644380"/>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1" name="Google Shape;191;p31"/>
          <p:cNvSpPr txBox="1">
            <a:spLocks noGrp="1"/>
          </p:cNvSpPr>
          <p:nvPr>
            <p:ph type="title" idx="15"/>
          </p:nvPr>
        </p:nvSpPr>
        <p:spPr>
          <a:xfrm>
            <a:off x="2646000" y="381600"/>
            <a:ext cx="5778000" cy="834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1pPr>
            <a:lvl2pPr lvl="1"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2pPr>
            <a:lvl3pPr lvl="2"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3pPr>
            <a:lvl4pPr lvl="3"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4pPr>
            <a:lvl5pPr lvl="4"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5pPr>
            <a:lvl6pPr lvl="5"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6pPr>
            <a:lvl7pPr lvl="6"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7pPr>
            <a:lvl8pPr lvl="7"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8pPr>
            <a:lvl9pPr lvl="8"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96"/>
        <p:cNvGrpSpPr/>
        <p:nvPr/>
      </p:nvGrpSpPr>
      <p:grpSpPr>
        <a:xfrm>
          <a:off x="0" y="0"/>
          <a:ext cx="0" cy="0"/>
          <a:chOff x="0" y="0"/>
          <a:chExt cx="0" cy="0"/>
        </a:xfrm>
      </p:grpSpPr>
      <p:sp>
        <p:nvSpPr>
          <p:cNvPr id="197" name="Google Shape;197;p33"/>
          <p:cNvSpPr txBox="1">
            <a:spLocks noGrp="1"/>
          </p:cNvSpPr>
          <p:nvPr>
            <p:ph type="title"/>
          </p:nvPr>
        </p:nvSpPr>
        <p:spPr>
          <a:xfrm>
            <a:off x="4831250" y="1253975"/>
            <a:ext cx="3333300" cy="24672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3500"/>
              <a:buFont typeface="Barlow"/>
              <a:buNone/>
              <a:defRPr sz="3500" b="1">
                <a:solidFill>
                  <a:schemeClr val="lt1"/>
                </a:solidFill>
                <a:latin typeface="Barlow"/>
                <a:ea typeface="Barlow"/>
                <a:cs typeface="Barlow"/>
                <a:sym typeface="Barlow"/>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endParaRPr/>
          </a:p>
        </p:txBody>
      </p:sp>
      <p:sp>
        <p:nvSpPr>
          <p:cNvPr id="198" name="Google Shape;198;p33"/>
          <p:cNvSpPr/>
          <p:nvPr/>
        </p:nvSpPr>
        <p:spPr>
          <a:xfrm flipH="1">
            <a:off x="2547558" y="-3395800"/>
            <a:ext cx="5876445" cy="393580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9" name="Google Shape;199;p33"/>
          <p:cNvSpPr/>
          <p:nvPr/>
        </p:nvSpPr>
        <p:spPr>
          <a:xfrm flipH="1">
            <a:off x="6701768" y="3489464"/>
            <a:ext cx="2608482" cy="2062072"/>
          </a:xfrm>
          <a:custGeom>
            <a:avLst/>
            <a:gdLst/>
            <a:ahLst/>
            <a:cxnLst/>
            <a:rect l="l" t="t" r="r" b="b"/>
            <a:pathLst>
              <a:path w="49333" h="38999" extrusionOk="0">
                <a:moveTo>
                  <a:pt x="0" y="1"/>
                </a:moveTo>
                <a:lnTo>
                  <a:pt x="0" y="38999"/>
                </a:lnTo>
                <a:lnTo>
                  <a:pt x="49333" y="38999"/>
                </a:lnTo>
                <a:lnTo>
                  <a:pt x="10304" y="1"/>
                </a:lnTo>
                <a:close/>
              </a:path>
            </a:pathLst>
          </a:cu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00"/>
        <p:cNvGrpSpPr/>
        <p:nvPr/>
      </p:nvGrpSpPr>
      <p:grpSpPr>
        <a:xfrm>
          <a:off x="0" y="0"/>
          <a:ext cx="0" cy="0"/>
          <a:chOff x="0" y="0"/>
          <a:chExt cx="0" cy="0"/>
        </a:xfrm>
      </p:grpSpPr>
      <p:sp>
        <p:nvSpPr>
          <p:cNvPr id="201" name="Google Shape;201;p34"/>
          <p:cNvSpPr/>
          <p:nvPr/>
        </p:nvSpPr>
        <p:spPr>
          <a:xfrm>
            <a:off x="-78725" y="1478575"/>
            <a:ext cx="7346700" cy="2298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 name="Google Shape;202;p34"/>
          <p:cNvSpPr txBox="1">
            <a:spLocks noGrp="1"/>
          </p:cNvSpPr>
          <p:nvPr>
            <p:ph type="title" hasCustomPrompt="1"/>
          </p:nvPr>
        </p:nvSpPr>
        <p:spPr>
          <a:xfrm>
            <a:off x="618300" y="1776300"/>
            <a:ext cx="6551400" cy="12993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8300"/>
              <a:buFont typeface="Barlow"/>
              <a:buNone/>
              <a:defRPr sz="8300" b="1">
                <a:solidFill>
                  <a:schemeClr val="lt1"/>
                </a:solidFill>
                <a:latin typeface="Barlow"/>
                <a:ea typeface="Barlow"/>
                <a:cs typeface="Barlow"/>
                <a:sym typeface="Barlow"/>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03" name="Google Shape;203;p34"/>
          <p:cNvSpPr txBox="1">
            <a:spLocks noGrp="1"/>
          </p:cNvSpPr>
          <p:nvPr>
            <p:ph type="subTitle" idx="1"/>
          </p:nvPr>
        </p:nvSpPr>
        <p:spPr>
          <a:xfrm>
            <a:off x="618300" y="2968525"/>
            <a:ext cx="5711100" cy="73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Font typeface="Barlow Medium"/>
              <a:buNone/>
              <a:defRPr>
                <a:solidFill>
                  <a:schemeClr val="lt1"/>
                </a:solidFill>
                <a:latin typeface="Barlow Medium"/>
                <a:ea typeface="Barlow Medium"/>
                <a:cs typeface="Barlow Medium"/>
                <a:sym typeface="Barlow Medium"/>
              </a:defRPr>
            </a:lvl1pPr>
            <a:lvl2pPr lvl="1" algn="ctr" rtl="0">
              <a:lnSpc>
                <a:spcPct val="100000"/>
              </a:lnSpc>
              <a:spcBef>
                <a:spcPts val="0"/>
              </a:spcBef>
              <a:spcAft>
                <a:spcPts val="0"/>
              </a:spcAft>
              <a:buClr>
                <a:schemeClr val="lt1"/>
              </a:buClr>
              <a:buSzPts val="2800"/>
              <a:buNone/>
              <a:defRPr sz="2800">
                <a:solidFill>
                  <a:schemeClr val="lt1"/>
                </a:solidFill>
              </a:defRPr>
            </a:lvl2pPr>
            <a:lvl3pPr lvl="2" algn="ctr" rtl="0">
              <a:lnSpc>
                <a:spcPct val="100000"/>
              </a:lnSpc>
              <a:spcBef>
                <a:spcPts val="0"/>
              </a:spcBef>
              <a:spcAft>
                <a:spcPts val="0"/>
              </a:spcAft>
              <a:buClr>
                <a:schemeClr val="lt1"/>
              </a:buClr>
              <a:buSzPts val="2800"/>
              <a:buNone/>
              <a:defRPr sz="2800">
                <a:solidFill>
                  <a:schemeClr val="lt1"/>
                </a:solidFill>
              </a:defRPr>
            </a:lvl3pPr>
            <a:lvl4pPr lvl="3" algn="ctr" rtl="0">
              <a:lnSpc>
                <a:spcPct val="100000"/>
              </a:lnSpc>
              <a:spcBef>
                <a:spcPts val="0"/>
              </a:spcBef>
              <a:spcAft>
                <a:spcPts val="0"/>
              </a:spcAft>
              <a:buClr>
                <a:schemeClr val="lt1"/>
              </a:buClr>
              <a:buSzPts val="2800"/>
              <a:buNone/>
              <a:defRPr sz="2800">
                <a:solidFill>
                  <a:schemeClr val="lt1"/>
                </a:solidFill>
              </a:defRPr>
            </a:lvl4pPr>
            <a:lvl5pPr lvl="4" algn="ctr" rtl="0">
              <a:lnSpc>
                <a:spcPct val="100000"/>
              </a:lnSpc>
              <a:spcBef>
                <a:spcPts val="0"/>
              </a:spcBef>
              <a:spcAft>
                <a:spcPts val="0"/>
              </a:spcAft>
              <a:buClr>
                <a:schemeClr val="lt1"/>
              </a:buClr>
              <a:buSzPts val="2800"/>
              <a:buNone/>
              <a:defRPr sz="2800">
                <a:solidFill>
                  <a:schemeClr val="lt1"/>
                </a:solidFill>
              </a:defRPr>
            </a:lvl5pPr>
            <a:lvl6pPr lvl="5" algn="ctr" rtl="0">
              <a:lnSpc>
                <a:spcPct val="100000"/>
              </a:lnSpc>
              <a:spcBef>
                <a:spcPts val="0"/>
              </a:spcBef>
              <a:spcAft>
                <a:spcPts val="0"/>
              </a:spcAft>
              <a:buClr>
                <a:schemeClr val="lt1"/>
              </a:buClr>
              <a:buSzPts val="2800"/>
              <a:buNone/>
              <a:defRPr sz="2800">
                <a:solidFill>
                  <a:schemeClr val="lt1"/>
                </a:solidFill>
              </a:defRPr>
            </a:lvl6pPr>
            <a:lvl7pPr lvl="6" algn="ctr" rtl="0">
              <a:lnSpc>
                <a:spcPct val="100000"/>
              </a:lnSpc>
              <a:spcBef>
                <a:spcPts val="0"/>
              </a:spcBef>
              <a:spcAft>
                <a:spcPts val="0"/>
              </a:spcAft>
              <a:buClr>
                <a:schemeClr val="lt1"/>
              </a:buClr>
              <a:buSzPts val="2800"/>
              <a:buNone/>
              <a:defRPr sz="2800">
                <a:solidFill>
                  <a:schemeClr val="lt1"/>
                </a:solidFill>
              </a:defRPr>
            </a:lvl7pPr>
            <a:lvl8pPr lvl="7" algn="ctr" rtl="0">
              <a:lnSpc>
                <a:spcPct val="100000"/>
              </a:lnSpc>
              <a:spcBef>
                <a:spcPts val="0"/>
              </a:spcBef>
              <a:spcAft>
                <a:spcPts val="0"/>
              </a:spcAft>
              <a:buClr>
                <a:schemeClr val="lt1"/>
              </a:buClr>
              <a:buSzPts val="2800"/>
              <a:buNone/>
              <a:defRPr sz="2800">
                <a:solidFill>
                  <a:schemeClr val="lt1"/>
                </a:solidFill>
              </a:defRPr>
            </a:lvl8pPr>
            <a:lvl9pPr lvl="8" algn="ctr" rtl="0">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204" name="Google Shape;204;p34"/>
          <p:cNvSpPr/>
          <p:nvPr/>
        </p:nvSpPr>
        <p:spPr>
          <a:xfrm flipH="1">
            <a:off x="-1304442" y="-3395800"/>
            <a:ext cx="5876445" cy="393580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5" name="Google Shape;205;p34"/>
          <p:cNvSpPr/>
          <p:nvPr/>
        </p:nvSpPr>
        <p:spPr>
          <a:xfrm>
            <a:off x="-193107" y="4366189"/>
            <a:ext cx="2608482" cy="2062072"/>
          </a:xfrm>
          <a:custGeom>
            <a:avLst/>
            <a:gdLst/>
            <a:ahLst/>
            <a:cxnLst/>
            <a:rect l="l" t="t" r="r" b="b"/>
            <a:pathLst>
              <a:path w="49333" h="38999" extrusionOk="0">
                <a:moveTo>
                  <a:pt x="0" y="1"/>
                </a:moveTo>
                <a:lnTo>
                  <a:pt x="0" y="38999"/>
                </a:lnTo>
                <a:lnTo>
                  <a:pt x="49333" y="38999"/>
                </a:lnTo>
                <a:lnTo>
                  <a:pt x="10304" y="1"/>
                </a:lnTo>
                <a:close/>
              </a:path>
            </a:pathLst>
          </a:cu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mall numbers">
  <p:cSld name="BIG_NUMBER_1">
    <p:spTree>
      <p:nvGrpSpPr>
        <p:cNvPr id="1" name="Shape 206"/>
        <p:cNvGrpSpPr/>
        <p:nvPr/>
      </p:nvGrpSpPr>
      <p:grpSpPr>
        <a:xfrm>
          <a:off x="0" y="0"/>
          <a:ext cx="0" cy="0"/>
          <a:chOff x="0" y="0"/>
          <a:chExt cx="0" cy="0"/>
        </a:xfrm>
      </p:grpSpPr>
      <p:sp>
        <p:nvSpPr>
          <p:cNvPr id="207" name="Google Shape;207;p35"/>
          <p:cNvSpPr txBox="1">
            <a:spLocks noGrp="1"/>
          </p:cNvSpPr>
          <p:nvPr>
            <p:ph type="subTitle" idx="1"/>
          </p:nvPr>
        </p:nvSpPr>
        <p:spPr>
          <a:xfrm>
            <a:off x="618300" y="1473000"/>
            <a:ext cx="53223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208" name="Google Shape;208;p35"/>
          <p:cNvSpPr txBox="1">
            <a:spLocks noGrp="1"/>
          </p:cNvSpPr>
          <p:nvPr>
            <p:ph type="title" hasCustomPrompt="1"/>
          </p:nvPr>
        </p:nvSpPr>
        <p:spPr>
          <a:xfrm>
            <a:off x="720000" y="1010888"/>
            <a:ext cx="1926000" cy="4572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2500"/>
              <a:buFont typeface="Barlow"/>
              <a:buNone/>
              <a:defRPr sz="2500" b="1">
                <a:solidFill>
                  <a:schemeClr val="lt1"/>
                </a:solidFill>
                <a:latin typeface="Barlow"/>
                <a:ea typeface="Barlow"/>
                <a:cs typeface="Barlow"/>
                <a:sym typeface="Barlow"/>
              </a:defRPr>
            </a:lvl1pPr>
            <a:lvl2pPr lvl="1" algn="ctr" rtl="0">
              <a:spcBef>
                <a:spcPts val="0"/>
              </a:spcBef>
              <a:spcAft>
                <a:spcPts val="0"/>
              </a:spcAft>
              <a:buSzPts val="2500"/>
              <a:buFont typeface="Barlow"/>
              <a:buNone/>
              <a:defRPr sz="2500" b="1">
                <a:latin typeface="Barlow"/>
                <a:ea typeface="Barlow"/>
                <a:cs typeface="Barlow"/>
                <a:sym typeface="Barlow"/>
              </a:defRPr>
            </a:lvl2pPr>
            <a:lvl3pPr lvl="2" algn="ctr" rtl="0">
              <a:spcBef>
                <a:spcPts val="0"/>
              </a:spcBef>
              <a:spcAft>
                <a:spcPts val="0"/>
              </a:spcAft>
              <a:buSzPts val="2500"/>
              <a:buFont typeface="Barlow"/>
              <a:buNone/>
              <a:defRPr sz="2500" b="1">
                <a:latin typeface="Barlow"/>
                <a:ea typeface="Barlow"/>
                <a:cs typeface="Barlow"/>
                <a:sym typeface="Barlow"/>
              </a:defRPr>
            </a:lvl3pPr>
            <a:lvl4pPr lvl="3" algn="ctr" rtl="0">
              <a:spcBef>
                <a:spcPts val="0"/>
              </a:spcBef>
              <a:spcAft>
                <a:spcPts val="0"/>
              </a:spcAft>
              <a:buSzPts val="2500"/>
              <a:buFont typeface="Barlow"/>
              <a:buNone/>
              <a:defRPr sz="2500" b="1">
                <a:latin typeface="Barlow"/>
                <a:ea typeface="Barlow"/>
                <a:cs typeface="Barlow"/>
                <a:sym typeface="Barlow"/>
              </a:defRPr>
            </a:lvl4pPr>
            <a:lvl5pPr lvl="4" algn="ctr" rtl="0">
              <a:spcBef>
                <a:spcPts val="0"/>
              </a:spcBef>
              <a:spcAft>
                <a:spcPts val="0"/>
              </a:spcAft>
              <a:buSzPts val="2500"/>
              <a:buFont typeface="Barlow"/>
              <a:buNone/>
              <a:defRPr sz="2500" b="1">
                <a:latin typeface="Barlow"/>
                <a:ea typeface="Barlow"/>
                <a:cs typeface="Barlow"/>
                <a:sym typeface="Barlow"/>
              </a:defRPr>
            </a:lvl5pPr>
            <a:lvl6pPr lvl="5" algn="ctr" rtl="0">
              <a:spcBef>
                <a:spcPts val="0"/>
              </a:spcBef>
              <a:spcAft>
                <a:spcPts val="0"/>
              </a:spcAft>
              <a:buSzPts val="2500"/>
              <a:buFont typeface="Barlow"/>
              <a:buNone/>
              <a:defRPr sz="2500" b="1">
                <a:latin typeface="Barlow"/>
                <a:ea typeface="Barlow"/>
                <a:cs typeface="Barlow"/>
                <a:sym typeface="Barlow"/>
              </a:defRPr>
            </a:lvl6pPr>
            <a:lvl7pPr lvl="6" algn="ctr" rtl="0">
              <a:spcBef>
                <a:spcPts val="0"/>
              </a:spcBef>
              <a:spcAft>
                <a:spcPts val="0"/>
              </a:spcAft>
              <a:buSzPts val="2500"/>
              <a:buFont typeface="Barlow"/>
              <a:buNone/>
              <a:defRPr sz="2500" b="1">
                <a:latin typeface="Barlow"/>
                <a:ea typeface="Barlow"/>
                <a:cs typeface="Barlow"/>
                <a:sym typeface="Barlow"/>
              </a:defRPr>
            </a:lvl7pPr>
            <a:lvl8pPr lvl="7" algn="ctr" rtl="0">
              <a:spcBef>
                <a:spcPts val="0"/>
              </a:spcBef>
              <a:spcAft>
                <a:spcPts val="0"/>
              </a:spcAft>
              <a:buSzPts val="2500"/>
              <a:buFont typeface="Barlow"/>
              <a:buNone/>
              <a:defRPr sz="2500" b="1">
                <a:latin typeface="Barlow"/>
                <a:ea typeface="Barlow"/>
                <a:cs typeface="Barlow"/>
                <a:sym typeface="Barlow"/>
              </a:defRPr>
            </a:lvl8pPr>
            <a:lvl9pPr lvl="8" algn="ctr" rtl="0">
              <a:spcBef>
                <a:spcPts val="0"/>
              </a:spcBef>
              <a:spcAft>
                <a:spcPts val="0"/>
              </a:spcAft>
              <a:buSzPts val="2500"/>
              <a:buFont typeface="Barlow"/>
              <a:buNone/>
              <a:defRPr sz="2500" b="1">
                <a:latin typeface="Barlow"/>
                <a:ea typeface="Barlow"/>
                <a:cs typeface="Barlow"/>
                <a:sym typeface="Barlow"/>
              </a:defRPr>
            </a:lvl9pPr>
          </a:lstStyle>
          <a:p>
            <a:r>
              <a:t>xx%</a:t>
            </a:r>
          </a:p>
        </p:txBody>
      </p:sp>
      <p:sp>
        <p:nvSpPr>
          <p:cNvPr id="209" name="Google Shape;209;p35"/>
          <p:cNvSpPr txBox="1">
            <a:spLocks noGrp="1"/>
          </p:cNvSpPr>
          <p:nvPr>
            <p:ph type="subTitle" idx="2"/>
          </p:nvPr>
        </p:nvSpPr>
        <p:spPr>
          <a:xfrm>
            <a:off x="618300" y="2574212"/>
            <a:ext cx="53223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210" name="Google Shape;210;p35"/>
          <p:cNvSpPr txBox="1">
            <a:spLocks noGrp="1"/>
          </p:cNvSpPr>
          <p:nvPr>
            <p:ph type="title" idx="3" hasCustomPrompt="1"/>
          </p:nvPr>
        </p:nvSpPr>
        <p:spPr>
          <a:xfrm>
            <a:off x="720000" y="2112098"/>
            <a:ext cx="1926000" cy="4572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2500"/>
              <a:buFont typeface="Barlow"/>
              <a:buNone/>
              <a:defRPr sz="2500" b="1">
                <a:solidFill>
                  <a:schemeClr val="lt1"/>
                </a:solidFill>
                <a:latin typeface="Barlow"/>
                <a:ea typeface="Barlow"/>
                <a:cs typeface="Barlow"/>
                <a:sym typeface="Barlow"/>
              </a:defRPr>
            </a:lvl1pPr>
            <a:lvl2pPr lvl="1" algn="ctr" rtl="0">
              <a:spcBef>
                <a:spcPts val="0"/>
              </a:spcBef>
              <a:spcAft>
                <a:spcPts val="0"/>
              </a:spcAft>
              <a:buSzPts val="2500"/>
              <a:buFont typeface="Barlow"/>
              <a:buNone/>
              <a:defRPr sz="2500" b="1">
                <a:latin typeface="Barlow"/>
                <a:ea typeface="Barlow"/>
                <a:cs typeface="Barlow"/>
                <a:sym typeface="Barlow"/>
              </a:defRPr>
            </a:lvl2pPr>
            <a:lvl3pPr lvl="2" algn="ctr" rtl="0">
              <a:spcBef>
                <a:spcPts val="0"/>
              </a:spcBef>
              <a:spcAft>
                <a:spcPts val="0"/>
              </a:spcAft>
              <a:buSzPts val="2500"/>
              <a:buFont typeface="Barlow"/>
              <a:buNone/>
              <a:defRPr sz="2500" b="1">
                <a:latin typeface="Barlow"/>
                <a:ea typeface="Barlow"/>
                <a:cs typeface="Barlow"/>
                <a:sym typeface="Barlow"/>
              </a:defRPr>
            </a:lvl3pPr>
            <a:lvl4pPr lvl="3" algn="ctr" rtl="0">
              <a:spcBef>
                <a:spcPts val="0"/>
              </a:spcBef>
              <a:spcAft>
                <a:spcPts val="0"/>
              </a:spcAft>
              <a:buSzPts val="2500"/>
              <a:buFont typeface="Barlow"/>
              <a:buNone/>
              <a:defRPr sz="2500" b="1">
                <a:latin typeface="Barlow"/>
                <a:ea typeface="Barlow"/>
                <a:cs typeface="Barlow"/>
                <a:sym typeface="Barlow"/>
              </a:defRPr>
            </a:lvl4pPr>
            <a:lvl5pPr lvl="4" algn="ctr" rtl="0">
              <a:spcBef>
                <a:spcPts val="0"/>
              </a:spcBef>
              <a:spcAft>
                <a:spcPts val="0"/>
              </a:spcAft>
              <a:buSzPts val="2500"/>
              <a:buFont typeface="Barlow"/>
              <a:buNone/>
              <a:defRPr sz="2500" b="1">
                <a:latin typeface="Barlow"/>
                <a:ea typeface="Barlow"/>
                <a:cs typeface="Barlow"/>
                <a:sym typeface="Barlow"/>
              </a:defRPr>
            </a:lvl5pPr>
            <a:lvl6pPr lvl="5" algn="ctr" rtl="0">
              <a:spcBef>
                <a:spcPts val="0"/>
              </a:spcBef>
              <a:spcAft>
                <a:spcPts val="0"/>
              </a:spcAft>
              <a:buSzPts val="2500"/>
              <a:buFont typeface="Barlow"/>
              <a:buNone/>
              <a:defRPr sz="2500" b="1">
                <a:latin typeface="Barlow"/>
                <a:ea typeface="Barlow"/>
                <a:cs typeface="Barlow"/>
                <a:sym typeface="Barlow"/>
              </a:defRPr>
            </a:lvl6pPr>
            <a:lvl7pPr lvl="6" algn="ctr" rtl="0">
              <a:spcBef>
                <a:spcPts val="0"/>
              </a:spcBef>
              <a:spcAft>
                <a:spcPts val="0"/>
              </a:spcAft>
              <a:buSzPts val="2500"/>
              <a:buFont typeface="Barlow"/>
              <a:buNone/>
              <a:defRPr sz="2500" b="1">
                <a:latin typeface="Barlow"/>
                <a:ea typeface="Barlow"/>
                <a:cs typeface="Barlow"/>
                <a:sym typeface="Barlow"/>
              </a:defRPr>
            </a:lvl7pPr>
            <a:lvl8pPr lvl="7" algn="ctr" rtl="0">
              <a:spcBef>
                <a:spcPts val="0"/>
              </a:spcBef>
              <a:spcAft>
                <a:spcPts val="0"/>
              </a:spcAft>
              <a:buSzPts val="2500"/>
              <a:buFont typeface="Barlow"/>
              <a:buNone/>
              <a:defRPr sz="2500" b="1">
                <a:latin typeface="Barlow"/>
                <a:ea typeface="Barlow"/>
                <a:cs typeface="Barlow"/>
                <a:sym typeface="Barlow"/>
              </a:defRPr>
            </a:lvl8pPr>
            <a:lvl9pPr lvl="8" algn="ctr" rtl="0">
              <a:spcBef>
                <a:spcPts val="0"/>
              </a:spcBef>
              <a:spcAft>
                <a:spcPts val="0"/>
              </a:spcAft>
              <a:buSzPts val="2500"/>
              <a:buFont typeface="Barlow"/>
              <a:buNone/>
              <a:defRPr sz="2500" b="1">
                <a:latin typeface="Barlow"/>
                <a:ea typeface="Barlow"/>
                <a:cs typeface="Barlow"/>
                <a:sym typeface="Barlow"/>
              </a:defRPr>
            </a:lvl9pPr>
          </a:lstStyle>
          <a:p>
            <a:r>
              <a:t>xx%</a:t>
            </a:r>
          </a:p>
        </p:txBody>
      </p:sp>
      <p:sp>
        <p:nvSpPr>
          <p:cNvPr id="211" name="Google Shape;211;p35"/>
          <p:cNvSpPr txBox="1">
            <a:spLocks noGrp="1"/>
          </p:cNvSpPr>
          <p:nvPr>
            <p:ph type="subTitle" idx="4"/>
          </p:nvPr>
        </p:nvSpPr>
        <p:spPr>
          <a:xfrm>
            <a:off x="618300" y="3675424"/>
            <a:ext cx="5322300" cy="4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212" name="Google Shape;212;p35"/>
          <p:cNvSpPr txBox="1">
            <a:spLocks noGrp="1"/>
          </p:cNvSpPr>
          <p:nvPr>
            <p:ph type="title" idx="5" hasCustomPrompt="1"/>
          </p:nvPr>
        </p:nvSpPr>
        <p:spPr>
          <a:xfrm>
            <a:off x="720000" y="3213307"/>
            <a:ext cx="1926000" cy="457200"/>
          </a:xfrm>
          <a:prstGeom prst="rect">
            <a:avLst/>
          </a:prstGeom>
          <a:solidFill>
            <a:schemeClr val="dk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2500"/>
              <a:buFont typeface="Barlow"/>
              <a:buNone/>
              <a:defRPr sz="2500" b="1">
                <a:solidFill>
                  <a:schemeClr val="lt1"/>
                </a:solidFill>
                <a:latin typeface="Barlow"/>
                <a:ea typeface="Barlow"/>
                <a:cs typeface="Barlow"/>
                <a:sym typeface="Barlow"/>
              </a:defRPr>
            </a:lvl1pPr>
            <a:lvl2pPr lvl="1" algn="ctr" rtl="0">
              <a:spcBef>
                <a:spcPts val="0"/>
              </a:spcBef>
              <a:spcAft>
                <a:spcPts val="0"/>
              </a:spcAft>
              <a:buSzPts val="2500"/>
              <a:buFont typeface="Barlow"/>
              <a:buNone/>
              <a:defRPr sz="2500" b="1">
                <a:latin typeface="Barlow"/>
                <a:ea typeface="Barlow"/>
                <a:cs typeface="Barlow"/>
                <a:sym typeface="Barlow"/>
              </a:defRPr>
            </a:lvl2pPr>
            <a:lvl3pPr lvl="2" algn="ctr" rtl="0">
              <a:spcBef>
                <a:spcPts val="0"/>
              </a:spcBef>
              <a:spcAft>
                <a:spcPts val="0"/>
              </a:spcAft>
              <a:buSzPts val="2500"/>
              <a:buFont typeface="Barlow"/>
              <a:buNone/>
              <a:defRPr sz="2500" b="1">
                <a:latin typeface="Barlow"/>
                <a:ea typeface="Barlow"/>
                <a:cs typeface="Barlow"/>
                <a:sym typeface="Barlow"/>
              </a:defRPr>
            </a:lvl3pPr>
            <a:lvl4pPr lvl="3" algn="ctr" rtl="0">
              <a:spcBef>
                <a:spcPts val="0"/>
              </a:spcBef>
              <a:spcAft>
                <a:spcPts val="0"/>
              </a:spcAft>
              <a:buSzPts val="2500"/>
              <a:buFont typeface="Barlow"/>
              <a:buNone/>
              <a:defRPr sz="2500" b="1">
                <a:latin typeface="Barlow"/>
                <a:ea typeface="Barlow"/>
                <a:cs typeface="Barlow"/>
                <a:sym typeface="Barlow"/>
              </a:defRPr>
            </a:lvl4pPr>
            <a:lvl5pPr lvl="4" algn="ctr" rtl="0">
              <a:spcBef>
                <a:spcPts val="0"/>
              </a:spcBef>
              <a:spcAft>
                <a:spcPts val="0"/>
              </a:spcAft>
              <a:buSzPts val="2500"/>
              <a:buFont typeface="Barlow"/>
              <a:buNone/>
              <a:defRPr sz="2500" b="1">
                <a:latin typeface="Barlow"/>
                <a:ea typeface="Barlow"/>
                <a:cs typeface="Barlow"/>
                <a:sym typeface="Barlow"/>
              </a:defRPr>
            </a:lvl5pPr>
            <a:lvl6pPr lvl="5" algn="ctr" rtl="0">
              <a:spcBef>
                <a:spcPts val="0"/>
              </a:spcBef>
              <a:spcAft>
                <a:spcPts val="0"/>
              </a:spcAft>
              <a:buSzPts val="2500"/>
              <a:buFont typeface="Barlow"/>
              <a:buNone/>
              <a:defRPr sz="2500" b="1">
                <a:latin typeface="Barlow"/>
                <a:ea typeface="Barlow"/>
                <a:cs typeface="Barlow"/>
                <a:sym typeface="Barlow"/>
              </a:defRPr>
            </a:lvl6pPr>
            <a:lvl7pPr lvl="6" algn="ctr" rtl="0">
              <a:spcBef>
                <a:spcPts val="0"/>
              </a:spcBef>
              <a:spcAft>
                <a:spcPts val="0"/>
              </a:spcAft>
              <a:buSzPts val="2500"/>
              <a:buFont typeface="Barlow"/>
              <a:buNone/>
              <a:defRPr sz="2500" b="1">
                <a:latin typeface="Barlow"/>
                <a:ea typeface="Barlow"/>
                <a:cs typeface="Barlow"/>
                <a:sym typeface="Barlow"/>
              </a:defRPr>
            </a:lvl7pPr>
            <a:lvl8pPr lvl="7" algn="ctr" rtl="0">
              <a:spcBef>
                <a:spcPts val="0"/>
              </a:spcBef>
              <a:spcAft>
                <a:spcPts val="0"/>
              </a:spcAft>
              <a:buSzPts val="2500"/>
              <a:buFont typeface="Barlow"/>
              <a:buNone/>
              <a:defRPr sz="2500" b="1">
                <a:latin typeface="Barlow"/>
                <a:ea typeface="Barlow"/>
                <a:cs typeface="Barlow"/>
                <a:sym typeface="Barlow"/>
              </a:defRPr>
            </a:lvl8pPr>
            <a:lvl9pPr lvl="8" algn="ctr" rtl="0">
              <a:spcBef>
                <a:spcPts val="0"/>
              </a:spcBef>
              <a:spcAft>
                <a:spcPts val="0"/>
              </a:spcAft>
              <a:buSzPts val="2500"/>
              <a:buFont typeface="Barlow"/>
              <a:buNone/>
              <a:defRPr sz="2500" b="1">
                <a:latin typeface="Barlow"/>
                <a:ea typeface="Barlow"/>
                <a:cs typeface="Barlow"/>
                <a:sym typeface="Barlow"/>
              </a:defRPr>
            </a:lvl9pPr>
          </a:lstStyle>
          <a:p>
            <a:r>
              <a:t>xx%</a:t>
            </a:r>
          </a:p>
        </p:txBody>
      </p:sp>
      <p:sp>
        <p:nvSpPr>
          <p:cNvPr id="213" name="Google Shape;213;p35"/>
          <p:cNvSpPr/>
          <p:nvPr/>
        </p:nvSpPr>
        <p:spPr>
          <a:xfrm rot="10800000">
            <a:off x="1800260" y="4604400"/>
            <a:ext cx="3956677" cy="264994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4"/>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hree columns 2">
  <p:cSld name="TITLE_ONLY_4">
    <p:bg>
      <p:bgPr>
        <a:noFill/>
        <a:effectLst/>
      </p:bgPr>
    </p:bg>
    <p:spTree>
      <p:nvGrpSpPr>
        <p:cNvPr id="1" name="Shape 218"/>
        <p:cNvGrpSpPr/>
        <p:nvPr/>
      </p:nvGrpSpPr>
      <p:grpSpPr>
        <a:xfrm>
          <a:off x="0" y="0"/>
          <a:ext cx="0" cy="0"/>
          <a:chOff x="0" y="0"/>
          <a:chExt cx="0" cy="0"/>
        </a:xfrm>
      </p:grpSpPr>
      <p:sp>
        <p:nvSpPr>
          <p:cNvPr id="219" name="Google Shape;219;p38"/>
          <p:cNvSpPr txBox="1">
            <a:spLocks noGrp="1"/>
          </p:cNvSpPr>
          <p:nvPr>
            <p:ph type="title"/>
          </p:nvPr>
        </p:nvSpPr>
        <p:spPr>
          <a:xfrm>
            <a:off x="2646000" y="381600"/>
            <a:ext cx="5778000" cy="834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1pPr>
            <a:lvl2pPr lvl="1"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2pPr>
            <a:lvl3pPr lvl="2"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3pPr>
            <a:lvl4pPr lvl="3"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4pPr>
            <a:lvl5pPr lvl="4"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5pPr>
            <a:lvl6pPr lvl="5"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6pPr>
            <a:lvl7pPr lvl="6"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7pPr>
            <a:lvl8pPr lvl="7"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8pPr>
            <a:lvl9pPr lvl="8"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9pPr>
          </a:lstStyle>
          <a:p>
            <a:endParaRPr/>
          </a:p>
        </p:txBody>
      </p:sp>
      <p:sp>
        <p:nvSpPr>
          <p:cNvPr id="220" name="Google Shape;220;p38"/>
          <p:cNvSpPr txBox="1">
            <a:spLocks noGrp="1"/>
          </p:cNvSpPr>
          <p:nvPr>
            <p:ph type="subTitle" idx="1"/>
          </p:nvPr>
        </p:nvSpPr>
        <p:spPr>
          <a:xfrm>
            <a:off x="4484875" y="2207145"/>
            <a:ext cx="3877500" cy="4572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221" name="Google Shape;221;p38"/>
          <p:cNvSpPr txBox="1">
            <a:spLocks noGrp="1"/>
          </p:cNvSpPr>
          <p:nvPr>
            <p:ph type="subTitle" idx="2"/>
          </p:nvPr>
        </p:nvSpPr>
        <p:spPr>
          <a:xfrm>
            <a:off x="4484875" y="3358347"/>
            <a:ext cx="3877500" cy="4572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222" name="Google Shape;222;p38"/>
          <p:cNvSpPr txBox="1">
            <a:spLocks noGrp="1"/>
          </p:cNvSpPr>
          <p:nvPr>
            <p:ph type="subTitle" idx="3"/>
          </p:nvPr>
        </p:nvSpPr>
        <p:spPr>
          <a:xfrm>
            <a:off x="4484875" y="2782746"/>
            <a:ext cx="3877500" cy="457200"/>
          </a:xfrm>
          <a:prstGeom prst="rect">
            <a:avLst/>
          </a:prstGeom>
          <a:noFill/>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800"/>
              <a:buFont typeface="Barlow Medium"/>
              <a:buNone/>
              <a:defRPr>
                <a:solidFill>
                  <a:schemeClr val="dk1"/>
                </a:solidFill>
                <a:latin typeface="Barlow Medium"/>
                <a:ea typeface="Barlow Medium"/>
                <a:cs typeface="Barlow Medium"/>
                <a:sym typeface="Barlow Medium"/>
              </a:defRPr>
            </a:lvl1pPr>
            <a:lvl2pPr lvl="1" algn="ctr" rtl="0">
              <a:lnSpc>
                <a:spcPct val="100000"/>
              </a:lnSpc>
              <a:spcBef>
                <a:spcPts val="0"/>
              </a:spcBef>
              <a:spcAft>
                <a:spcPts val="0"/>
              </a:spcAft>
              <a:buClr>
                <a:schemeClr val="dk1"/>
              </a:buClr>
              <a:buSzPts val="2800"/>
              <a:buNone/>
              <a:defRPr sz="2800">
                <a:solidFill>
                  <a:schemeClr val="dk1"/>
                </a:solidFill>
              </a:defRPr>
            </a:lvl2pPr>
            <a:lvl3pPr lvl="2" algn="ctr" rtl="0">
              <a:lnSpc>
                <a:spcPct val="100000"/>
              </a:lnSpc>
              <a:spcBef>
                <a:spcPts val="0"/>
              </a:spcBef>
              <a:spcAft>
                <a:spcPts val="0"/>
              </a:spcAft>
              <a:buClr>
                <a:schemeClr val="dk1"/>
              </a:buClr>
              <a:buSzPts val="2800"/>
              <a:buNone/>
              <a:defRPr sz="2800">
                <a:solidFill>
                  <a:schemeClr val="dk1"/>
                </a:solidFill>
              </a:defRPr>
            </a:lvl3pPr>
            <a:lvl4pPr lvl="3" algn="ctr" rtl="0">
              <a:lnSpc>
                <a:spcPct val="100000"/>
              </a:lnSpc>
              <a:spcBef>
                <a:spcPts val="0"/>
              </a:spcBef>
              <a:spcAft>
                <a:spcPts val="0"/>
              </a:spcAft>
              <a:buClr>
                <a:schemeClr val="dk1"/>
              </a:buClr>
              <a:buSzPts val="2800"/>
              <a:buNone/>
              <a:defRPr sz="2800">
                <a:solidFill>
                  <a:schemeClr val="dk1"/>
                </a:solidFill>
              </a:defRPr>
            </a:lvl4pPr>
            <a:lvl5pPr lvl="4" algn="ctr" rtl="0">
              <a:lnSpc>
                <a:spcPct val="100000"/>
              </a:lnSpc>
              <a:spcBef>
                <a:spcPts val="0"/>
              </a:spcBef>
              <a:spcAft>
                <a:spcPts val="0"/>
              </a:spcAft>
              <a:buClr>
                <a:schemeClr val="dk1"/>
              </a:buClr>
              <a:buSzPts val="2800"/>
              <a:buNone/>
              <a:defRPr sz="2800">
                <a:solidFill>
                  <a:schemeClr val="dk1"/>
                </a:solidFill>
              </a:defRPr>
            </a:lvl5pPr>
            <a:lvl6pPr lvl="5" algn="ctr" rtl="0">
              <a:lnSpc>
                <a:spcPct val="100000"/>
              </a:lnSpc>
              <a:spcBef>
                <a:spcPts val="0"/>
              </a:spcBef>
              <a:spcAft>
                <a:spcPts val="0"/>
              </a:spcAft>
              <a:buClr>
                <a:schemeClr val="dk1"/>
              </a:buClr>
              <a:buSzPts val="2800"/>
              <a:buNone/>
              <a:defRPr sz="2800">
                <a:solidFill>
                  <a:schemeClr val="dk1"/>
                </a:solidFill>
              </a:defRPr>
            </a:lvl6pPr>
            <a:lvl7pPr lvl="6" algn="ctr" rtl="0">
              <a:lnSpc>
                <a:spcPct val="100000"/>
              </a:lnSpc>
              <a:spcBef>
                <a:spcPts val="0"/>
              </a:spcBef>
              <a:spcAft>
                <a:spcPts val="0"/>
              </a:spcAft>
              <a:buClr>
                <a:schemeClr val="dk1"/>
              </a:buClr>
              <a:buSzPts val="2800"/>
              <a:buNone/>
              <a:defRPr sz="2800">
                <a:solidFill>
                  <a:schemeClr val="dk1"/>
                </a:solidFill>
              </a:defRPr>
            </a:lvl7pPr>
            <a:lvl8pPr lvl="7" algn="ctr" rtl="0">
              <a:lnSpc>
                <a:spcPct val="100000"/>
              </a:lnSpc>
              <a:spcBef>
                <a:spcPts val="0"/>
              </a:spcBef>
              <a:spcAft>
                <a:spcPts val="0"/>
              </a:spcAft>
              <a:buClr>
                <a:schemeClr val="dk1"/>
              </a:buClr>
              <a:buSzPts val="2800"/>
              <a:buNone/>
              <a:defRPr sz="2800">
                <a:solidFill>
                  <a:schemeClr val="dk1"/>
                </a:solidFill>
              </a:defRPr>
            </a:lvl8pPr>
            <a:lvl9pPr lvl="8" algn="ctr" rtl="0">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223" name="Google Shape;223;p38"/>
          <p:cNvSpPr/>
          <p:nvPr/>
        </p:nvSpPr>
        <p:spPr>
          <a:xfrm>
            <a:off x="8424004" y="3579107"/>
            <a:ext cx="2341484" cy="2173503"/>
          </a:xfrm>
          <a:custGeom>
            <a:avLst/>
            <a:gdLst/>
            <a:ahLst/>
            <a:cxnLst/>
            <a:rect l="l" t="t" r="r" b="b"/>
            <a:pathLst>
              <a:path w="44075" h="40913" extrusionOk="0">
                <a:moveTo>
                  <a:pt x="18967" y="0"/>
                </a:moveTo>
                <a:lnTo>
                  <a:pt x="1" y="18967"/>
                </a:lnTo>
                <a:lnTo>
                  <a:pt x="1" y="40913"/>
                </a:lnTo>
                <a:lnTo>
                  <a:pt x="28360" y="40913"/>
                </a:lnTo>
                <a:lnTo>
                  <a:pt x="44074" y="25138"/>
                </a:lnTo>
                <a:lnTo>
                  <a:pt x="26992" y="8055"/>
                </a:lnTo>
                <a:lnTo>
                  <a:pt x="18967"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4" name="Google Shape;224;p38"/>
          <p:cNvSpPr/>
          <p:nvPr/>
        </p:nvSpPr>
        <p:spPr>
          <a:xfrm flipH="1">
            <a:off x="-5156442" y="-2210250"/>
            <a:ext cx="5876445" cy="393580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136"/>
        <p:cNvGrpSpPr/>
        <p:nvPr/>
      </p:nvGrpSpPr>
      <p:grpSpPr>
        <a:xfrm>
          <a:off x="0" y="0"/>
          <a:ext cx="0" cy="0"/>
          <a:chOff x="0" y="0"/>
          <a:chExt cx="0" cy="0"/>
        </a:xfrm>
      </p:grpSpPr>
      <p:sp>
        <p:nvSpPr>
          <p:cNvPr id="137" name="Google Shape;137;p22"/>
          <p:cNvSpPr/>
          <p:nvPr/>
        </p:nvSpPr>
        <p:spPr>
          <a:xfrm rot="10800000">
            <a:off x="4467135" y="4604400"/>
            <a:ext cx="3956677" cy="264994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8" name="Google Shape;138;p22"/>
          <p:cNvSpPr txBox="1">
            <a:spLocks noGrp="1"/>
          </p:cNvSpPr>
          <p:nvPr>
            <p:ph type="title"/>
          </p:nvPr>
        </p:nvSpPr>
        <p:spPr>
          <a:xfrm>
            <a:off x="2646000" y="381600"/>
            <a:ext cx="5778000" cy="834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1pPr>
            <a:lvl2pPr lvl="1"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2pPr>
            <a:lvl3pPr lvl="2"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3pPr>
            <a:lvl4pPr lvl="3"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4pPr>
            <a:lvl5pPr lvl="4"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5pPr>
            <a:lvl6pPr lvl="5"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6pPr>
            <a:lvl7pPr lvl="6"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7pPr>
            <a:lvl8pPr lvl="7"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8pPr>
            <a:lvl9pPr lvl="8"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9pPr>
          </a:lstStyle>
          <a:p>
            <a:endParaRPr/>
          </a:p>
        </p:txBody>
      </p:sp>
    </p:spTree>
    <p:extLst>
      <p:ext uri="{BB962C8B-B14F-4D97-AF65-F5344CB8AC3E}">
        <p14:creationId xmlns:p14="http://schemas.microsoft.com/office/powerpoint/2010/main" val="11068563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21"/>
        <p:cNvGrpSpPr/>
        <p:nvPr/>
      </p:nvGrpSpPr>
      <p:grpSpPr>
        <a:xfrm>
          <a:off x="0" y="0"/>
          <a:ext cx="0" cy="0"/>
          <a:chOff x="0" y="0"/>
          <a:chExt cx="0" cy="0"/>
        </a:xfrm>
      </p:grpSpPr>
      <p:sp>
        <p:nvSpPr>
          <p:cNvPr id="122" name="Google Shape;122;p18"/>
          <p:cNvSpPr/>
          <p:nvPr/>
        </p:nvSpPr>
        <p:spPr>
          <a:xfrm rot="10800000">
            <a:off x="2541310" y="4604400"/>
            <a:ext cx="3956677" cy="264994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3" name="Google Shape;123;p18"/>
          <p:cNvSpPr/>
          <p:nvPr/>
        </p:nvSpPr>
        <p:spPr>
          <a:xfrm flipH="1">
            <a:off x="-2951342" y="-3395800"/>
            <a:ext cx="5876445" cy="3935802"/>
          </a:xfrm>
          <a:custGeom>
            <a:avLst/>
            <a:gdLst/>
            <a:ahLst/>
            <a:cxnLst/>
            <a:rect l="l" t="t" r="r" b="b"/>
            <a:pathLst>
              <a:path w="69212" h="46354" extrusionOk="0">
                <a:moveTo>
                  <a:pt x="34743" y="0"/>
                </a:moveTo>
                <a:lnTo>
                  <a:pt x="1" y="34773"/>
                </a:lnTo>
                <a:lnTo>
                  <a:pt x="1" y="46353"/>
                </a:lnTo>
                <a:lnTo>
                  <a:pt x="28147" y="46353"/>
                </a:lnTo>
                <a:lnTo>
                  <a:pt x="64804" y="9575"/>
                </a:lnTo>
                <a:lnTo>
                  <a:pt x="69212" y="0"/>
                </a:lnTo>
                <a:close/>
              </a:path>
            </a:pathLst>
          </a:cu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4" name="Google Shape;124;p18"/>
          <p:cNvSpPr txBox="1">
            <a:spLocks noGrp="1"/>
          </p:cNvSpPr>
          <p:nvPr>
            <p:ph type="title"/>
          </p:nvPr>
        </p:nvSpPr>
        <p:spPr>
          <a:xfrm>
            <a:off x="2646000" y="381600"/>
            <a:ext cx="5778000" cy="8349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1pPr>
            <a:lvl2pPr lvl="1"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2pPr>
            <a:lvl3pPr lvl="2"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3pPr>
            <a:lvl4pPr lvl="3"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4pPr>
            <a:lvl5pPr lvl="4"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5pPr>
            <a:lvl6pPr lvl="5"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6pPr>
            <a:lvl7pPr lvl="6"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7pPr>
            <a:lvl8pPr lvl="7"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8pPr>
            <a:lvl9pPr lvl="8" algn="r" rtl="0">
              <a:spcBef>
                <a:spcPts val="0"/>
              </a:spcBef>
              <a:spcAft>
                <a:spcPts val="0"/>
              </a:spcAft>
              <a:buClr>
                <a:schemeClr val="dk2"/>
              </a:buClr>
              <a:buSzPts val="3500"/>
              <a:buFont typeface="Barlow"/>
              <a:buNone/>
              <a:defRPr sz="3500" b="1">
                <a:solidFill>
                  <a:schemeClr val="dk2"/>
                </a:solidFill>
                <a:latin typeface="Barlow"/>
                <a:ea typeface="Barlow"/>
                <a:cs typeface="Barlow"/>
                <a:sym typeface="Barlow"/>
              </a:defRPr>
            </a:lvl9pPr>
          </a:lstStyle>
          <a:p>
            <a:endParaRPr/>
          </a:p>
        </p:txBody>
      </p:sp>
    </p:spTree>
    <p:extLst>
      <p:ext uri="{BB962C8B-B14F-4D97-AF65-F5344CB8AC3E}">
        <p14:creationId xmlns:p14="http://schemas.microsoft.com/office/powerpoint/2010/main" val="4129021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Barlow"/>
              <a:buNone/>
              <a:defRPr sz="2800" b="1">
                <a:solidFill>
                  <a:schemeClr val="dk2"/>
                </a:solidFill>
                <a:latin typeface="Barlow"/>
                <a:ea typeface="Barlow"/>
                <a:cs typeface="Barlow"/>
                <a:sym typeface="Barlow"/>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Barlow Medium"/>
              <a:buChar char="●"/>
              <a:defRPr sz="1800">
                <a:solidFill>
                  <a:schemeClr val="dk1"/>
                </a:solidFill>
                <a:latin typeface="Barlow Medium"/>
                <a:ea typeface="Barlow Medium"/>
                <a:cs typeface="Barlow Medium"/>
                <a:sym typeface="Barlow Medium"/>
              </a:defRPr>
            </a:lvl1pPr>
            <a:lvl2pPr marL="914400" lvl="1" indent="-317500">
              <a:lnSpc>
                <a:spcPct val="115000"/>
              </a:lnSpc>
              <a:spcBef>
                <a:spcPts val="1600"/>
              </a:spcBef>
              <a:spcAft>
                <a:spcPts val="0"/>
              </a:spcAft>
              <a:buClr>
                <a:schemeClr val="dk1"/>
              </a:buClr>
              <a:buSzPts val="1400"/>
              <a:buFont typeface="Barlow Medium"/>
              <a:buChar char="○"/>
              <a:defRPr>
                <a:solidFill>
                  <a:schemeClr val="dk1"/>
                </a:solidFill>
                <a:latin typeface="Barlow Medium"/>
                <a:ea typeface="Barlow Medium"/>
                <a:cs typeface="Barlow Medium"/>
                <a:sym typeface="Barlow Medium"/>
              </a:defRPr>
            </a:lvl2pPr>
            <a:lvl3pPr marL="1371600" lvl="2" indent="-317500">
              <a:lnSpc>
                <a:spcPct val="115000"/>
              </a:lnSpc>
              <a:spcBef>
                <a:spcPts val="1600"/>
              </a:spcBef>
              <a:spcAft>
                <a:spcPts val="0"/>
              </a:spcAft>
              <a:buClr>
                <a:schemeClr val="dk1"/>
              </a:buClr>
              <a:buSzPts val="1400"/>
              <a:buFont typeface="Barlow Medium"/>
              <a:buChar char="■"/>
              <a:defRPr>
                <a:solidFill>
                  <a:schemeClr val="dk1"/>
                </a:solidFill>
                <a:latin typeface="Barlow Medium"/>
                <a:ea typeface="Barlow Medium"/>
                <a:cs typeface="Barlow Medium"/>
                <a:sym typeface="Barlow Medium"/>
              </a:defRPr>
            </a:lvl3pPr>
            <a:lvl4pPr marL="1828800" lvl="3" indent="-317500">
              <a:lnSpc>
                <a:spcPct val="115000"/>
              </a:lnSpc>
              <a:spcBef>
                <a:spcPts val="1600"/>
              </a:spcBef>
              <a:spcAft>
                <a:spcPts val="0"/>
              </a:spcAft>
              <a:buClr>
                <a:schemeClr val="dk1"/>
              </a:buClr>
              <a:buSzPts val="1400"/>
              <a:buFont typeface="Barlow Medium"/>
              <a:buChar char="●"/>
              <a:defRPr>
                <a:solidFill>
                  <a:schemeClr val="dk1"/>
                </a:solidFill>
                <a:latin typeface="Barlow Medium"/>
                <a:ea typeface="Barlow Medium"/>
                <a:cs typeface="Barlow Medium"/>
                <a:sym typeface="Barlow Medium"/>
              </a:defRPr>
            </a:lvl4pPr>
            <a:lvl5pPr marL="2286000" lvl="4" indent="-317500">
              <a:lnSpc>
                <a:spcPct val="115000"/>
              </a:lnSpc>
              <a:spcBef>
                <a:spcPts val="1600"/>
              </a:spcBef>
              <a:spcAft>
                <a:spcPts val="0"/>
              </a:spcAft>
              <a:buClr>
                <a:schemeClr val="dk1"/>
              </a:buClr>
              <a:buSzPts val="1400"/>
              <a:buFont typeface="Barlow Medium"/>
              <a:buChar char="○"/>
              <a:defRPr>
                <a:solidFill>
                  <a:schemeClr val="dk1"/>
                </a:solidFill>
                <a:latin typeface="Barlow Medium"/>
                <a:ea typeface="Barlow Medium"/>
                <a:cs typeface="Barlow Medium"/>
                <a:sym typeface="Barlow Medium"/>
              </a:defRPr>
            </a:lvl5pPr>
            <a:lvl6pPr marL="2743200" lvl="5" indent="-317500">
              <a:lnSpc>
                <a:spcPct val="115000"/>
              </a:lnSpc>
              <a:spcBef>
                <a:spcPts val="1600"/>
              </a:spcBef>
              <a:spcAft>
                <a:spcPts val="0"/>
              </a:spcAft>
              <a:buClr>
                <a:schemeClr val="dk1"/>
              </a:buClr>
              <a:buSzPts val="1400"/>
              <a:buFont typeface="Barlow Medium"/>
              <a:buChar char="■"/>
              <a:defRPr>
                <a:solidFill>
                  <a:schemeClr val="dk1"/>
                </a:solidFill>
                <a:latin typeface="Barlow Medium"/>
                <a:ea typeface="Barlow Medium"/>
                <a:cs typeface="Barlow Medium"/>
                <a:sym typeface="Barlow Medium"/>
              </a:defRPr>
            </a:lvl6pPr>
            <a:lvl7pPr marL="3200400" lvl="6" indent="-317500">
              <a:lnSpc>
                <a:spcPct val="115000"/>
              </a:lnSpc>
              <a:spcBef>
                <a:spcPts val="1600"/>
              </a:spcBef>
              <a:spcAft>
                <a:spcPts val="0"/>
              </a:spcAft>
              <a:buClr>
                <a:schemeClr val="dk1"/>
              </a:buClr>
              <a:buSzPts val="1400"/>
              <a:buFont typeface="Barlow Medium"/>
              <a:buChar char="●"/>
              <a:defRPr>
                <a:solidFill>
                  <a:schemeClr val="dk1"/>
                </a:solidFill>
                <a:latin typeface="Barlow Medium"/>
                <a:ea typeface="Barlow Medium"/>
                <a:cs typeface="Barlow Medium"/>
                <a:sym typeface="Barlow Medium"/>
              </a:defRPr>
            </a:lvl7pPr>
            <a:lvl8pPr marL="3657600" lvl="7" indent="-317500">
              <a:lnSpc>
                <a:spcPct val="115000"/>
              </a:lnSpc>
              <a:spcBef>
                <a:spcPts val="1600"/>
              </a:spcBef>
              <a:spcAft>
                <a:spcPts val="0"/>
              </a:spcAft>
              <a:buClr>
                <a:schemeClr val="dk1"/>
              </a:buClr>
              <a:buSzPts val="1400"/>
              <a:buFont typeface="Barlow Medium"/>
              <a:buChar char="○"/>
              <a:defRPr>
                <a:solidFill>
                  <a:schemeClr val="dk1"/>
                </a:solidFill>
                <a:latin typeface="Barlow Medium"/>
                <a:ea typeface="Barlow Medium"/>
                <a:cs typeface="Barlow Medium"/>
                <a:sym typeface="Barlow Medium"/>
              </a:defRPr>
            </a:lvl8pPr>
            <a:lvl9pPr marL="4114800" lvl="8" indent="-317500">
              <a:lnSpc>
                <a:spcPct val="115000"/>
              </a:lnSpc>
              <a:spcBef>
                <a:spcPts val="1600"/>
              </a:spcBef>
              <a:spcAft>
                <a:spcPts val="1600"/>
              </a:spcAft>
              <a:buClr>
                <a:schemeClr val="dk1"/>
              </a:buClr>
              <a:buSzPts val="1400"/>
              <a:buFont typeface="Barlow Medium"/>
              <a:buChar char="■"/>
              <a:defRPr>
                <a:solidFill>
                  <a:schemeClr val="dk1"/>
                </a:solidFill>
                <a:latin typeface="Barlow Medium"/>
                <a:ea typeface="Barlow Medium"/>
                <a:cs typeface="Barlow Medium"/>
                <a:sym typeface="Barlow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5" r:id="rId15"/>
    <p:sldLayoutId id="2147483666" r:id="rId16"/>
    <p:sldLayoutId id="2147483667" r:id="rId17"/>
    <p:sldLayoutId id="2147483669" r:id="rId18"/>
    <p:sldLayoutId id="2147483671" r:id="rId19"/>
    <p:sldLayoutId id="2147483672" r:id="rId20"/>
    <p:sldLayoutId id="2147483673" r:id="rId21"/>
    <p:sldLayoutId id="2147483675" r:id="rId22"/>
    <p:sldLayoutId id="2147483676" r:id="rId23"/>
    <p:sldLayoutId id="2147483677" r:id="rId24"/>
    <p:sldLayoutId id="2147483679" r:id="rId25"/>
    <p:sldLayoutId id="2147483680" r:id="rId26"/>
    <p:sldLayoutId id="2147483681" r:id="rId27"/>
    <p:sldLayoutId id="2147483682" r:id="rId28"/>
    <p:sldLayoutId id="2147483684" r:id="rId29"/>
    <p:sldLayoutId id="2147483686" r:id="rId30"/>
    <p:sldLayoutId id="2147483687"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23.xml"/><Relationship Id="rId5" Type="http://schemas.openxmlformats.org/officeDocument/2006/relationships/image" Target="../media/image1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6.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6.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6.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6.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6.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0.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9.xml"/><Relationship Id="rId5" Type="http://schemas.openxmlformats.org/officeDocument/2006/relationships/image" Target="../media/image21.png"/><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23.JPG"/></Relationships>
</file>

<file path=ppt/slides/_rels/slide2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4.xml"/><Relationship Id="rId1" Type="http://schemas.openxmlformats.org/officeDocument/2006/relationships/slideLayout" Target="../slideLayouts/slideLayout2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8"/>
        <p:cNvGrpSpPr/>
        <p:nvPr/>
      </p:nvGrpSpPr>
      <p:grpSpPr>
        <a:xfrm>
          <a:off x="0" y="0"/>
          <a:ext cx="0" cy="0"/>
          <a:chOff x="0" y="0"/>
          <a:chExt cx="0" cy="0"/>
        </a:xfrm>
      </p:grpSpPr>
      <p:sp>
        <p:nvSpPr>
          <p:cNvPr id="229" name="Google Shape;229;p39"/>
          <p:cNvSpPr txBox="1">
            <a:spLocks noGrp="1"/>
          </p:cNvSpPr>
          <p:nvPr>
            <p:ph type="ctrTitle"/>
          </p:nvPr>
        </p:nvSpPr>
        <p:spPr>
          <a:xfrm>
            <a:off x="2210125" y="2799843"/>
            <a:ext cx="4723750" cy="73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rgbClr val="000000"/>
              </a:buClr>
              <a:buSzPts val="1800"/>
              <a:buFont typeface="Arial"/>
              <a:buNone/>
            </a:pPr>
            <a:r>
              <a:rPr lang="en-US" sz="3500" dirty="0">
                <a:latin typeface="Lora" pitchFamily="2" charset="0"/>
              </a:rPr>
              <a:t>AI Gateway Fund</a:t>
            </a:r>
          </a:p>
        </p:txBody>
      </p:sp>
      <p:sp>
        <p:nvSpPr>
          <p:cNvPr id="230" name="Google Shape;230;p39"/>
          <p:cNvSpPr txBox="1">
            <a:spLocks noGrp="1"/>
          </p:cNvSpPr>
          <p:nvPr>
            <p:ph type="subTitle" idx="1"/>
          </p:nvPr>
        </p:nvSpPr>
        <p:spPr>
          <a:xfrm>
            <a:off x="2210125" y="4038833"/>
            <a:ext cx="5557562" cy="82356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800"/>
              <a:buFont typeface="Arial"/>
              <a:buNone/>
            </a:pPr>
            <a:r>
              <a:rPr lang="en" sz="1600" dirty="0">
                <a:latin typeface="Josefin Sans" pitchFamily="2" charset="0"/>
              </a:rPr>
              <a:t>Investment Opportunity </a:t>
            </a:r>
            <a:r>
              <a:rPr lang="en-US" sz="1600" dirty="0">
                <a:latin typeface="Josefin Sans" pitchFamily="2" charset="0"/>
              </a:rPr>
              <a:t> </a:t>
            </a:r>
            <a:endParaRPr lang="en" sz="1600" dirty="0">
              <a:latin typeface="Josefin Sans" pitchFamily="2" charset="0"/>
            </a:endParaRPr>
          </a:p>
          <a:p>
            <a:pPr marL="0" lvl="0" indent="0" algn="l" rtl="0">
              <a:spcBef>
                <a:spcPts val="0"/>
              </a:spcBef>
              <a:spcAft>
                <a:spcPts val="0"/>
              </a:spcAft>
              <a:buClr>
                <a:srgbClr val="000000"/>
              </a:buClr>
              <a:buSzPts val="1800"/>
              <a:buFont typeface="Arial"/>
              <a:buNone/>
            </a:pPr>
            <a:r>
              <a:rPr lang="en" sz="1600" dirty="0">
                <a:latin typeface="Josefin Sans" pitchFamily="2" charset="0"/>
                <a:ea typeface="Barlow Medium"/>
                <a:cs typeface="Barlow Medium"/>
                <a:sym typeface="Barlow Medium"/>
              </a:rPr>
              <a:t>Daniel Woodford, </a:t>
            </a:r>
            <a:r>
              <a:rPr lang="en" sz="1600" i="1" dirty="0">
                <a:latin typeface="Josefin Sans" pitchFamily="2" charset="0"/>
                <a:ea typeface="Barlow Medium"/>
                <a:cs typeface="Barlow Medium"/>
                <a:sym typeface="Barlow Medium"/>
              </a:rPr>
              <a:t>Principal </a:t>
            </a:r>
            <a:r>
              <a:rPr lang="en" sz="1600" dirty="0">
                <a:latin typeface="Josefin Sans" pitchFamily="2" charset="0"/>
                <a:ea typeface="Barlow Medium"/>
                <a:cs typeface="Barlow Medium"/>
                <a:sym typeface="Barlow Medium"/>
              </a:rPr>
              <a:t>| Kristine Jefferson, </a:t>
            </a:r>
            <a:r>
              <a:rPr lang="en" sz="1600" i="1" dirty="0">
                <a:latin typeface="Josefin Sans" pitchFamily="2" charset="0"/>
                <a:ea typeface="Barlow Medium"/>
                <a:cs typeface="Barlow Medium"/>
                <a:sym typeface="Barlow Medium"/>
              </a:rPr>
              <a:t>Partner</a:t>
            </a:r>
          </a:p>
          <a:p>
            <a:pPr marL="0" lvl="0" indent="0" algn="l" rtl="0">
              <a:spcBef>
                <a:spcPts val="0"/>
              </a:spcBef>
              <a:spcAft>
                <a:spcPts val="0"/>
              </a:spcAft>
              <a:buClr>
                <a:srgbClr val="000000"/>
              </a:buClr>
              <a:buSzPts val="1800"/>
              <a:buFont typeface="Arial"/>
              <a:buNone/>
            </a:pPr>
            <a:r>
              <a:rPr lang="en" sz="1600" i="1" dirty="0" err="1">
                <a:solidFill>
                  <a:schemeClr val="lt1"/>
                </a:solidFill>
                <a:latin typeface="Josefin Sans" pitchFamily="2" charset="0"/>
                <a:ea typeface="Barlow Medium"/>
                <a:cs typeface="Barlow Medium"/>
                <a:sym typeface="Barlow Medium"/>
              </a:rPr>
              <a:t>www.MissionBayCP.com</a:t>
            </a:r>
            <a:endParaRPr sz="1600" i="1" dirty="0">
              <a:solidFill>
                <a:schemeClr val="lt1"/>
              </a:solidFill>
              <a:latin typeface="Josefin Sans" pitchFamily="2" charset="0"/>
              <a:ea typeface="Barlow Medium"/>
              <a:cs typeface="Barlow Medium"/>
              <a:sym typeface="Barlow Medium"/>
            </a:endParaRPr>
          </a:p>
        </p:txBody>
      </p:sp>
      <p:pic>
        <p:nvPicPr>
          <p:cNvPr id="231" name="Google Shape;231;p39"/>
          <p:cNvPicPr preferRelativeResize="0"/>
          <p:nvPr/>
        </p:nvPicPr>
        <p:blipFill>
          <a:blip r:embed="rId4">
            <a:alphaModFix/>
          </a:blip>
          <a:stretch>
            <a:fillRect/>
          </a:stretch>
        </p:blipFill>
        <p:spPr>
          <a:xfrm>
            <a:off x="5946150" y="281300"/>
            <a:ext cx="1915628" cy="487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1"/>
          <p:cNvSpPr txBox="1">
            <a:spLocks noGrp="1"/>
          </p:cNvSpPr>
          <p:nvPr>
            <p:ph type="title"/>
          </p:nvPr>
        </p:nvSpPr>
        <p:spPr>
          <a:xfrm>
            <a:off x="1207150" y="257259"/>
            <a:ext cx="7704000" cy="834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Disclaimer</a:t>
            </a:r>
            <a:endParaRPr dirty="0"/>
          </a:p>
        </p:txBody>
      </p:sp>
      <p:sp>
        <p:nvSpPr>
          <p:cNvPr id="257" name="Google Shape;257;p41"/>
          <p:cNvSpPr txBox="1"/>
          <p:nvPr/>
        </p:nvSpPr>
        <p:spPr>
          <a:xfrm>
            <a:off x="473797" y="992908"/>
            <a:ext cx="8265294" cy="3893333"/>
          </a:xfrm>
          <a:prstGeom prst="rect">
            <a:avLst/>
          </a:prstGeom>
          <a:noFill/>
          <a:ln>
            <a:noFill/>
          </a:ln>
        </p:spPr>
        <p:txBody>
          <a:bodyPr spcFirstLastPara="1" wrap="square" lIns="91425" tIns="45700" rIns="91425" bIns="45700" anchor="t" anchorCtr="0">
            <a:spAutoFit/>
          </a:bodyPr>
          <a:lstStyle/>
          <a:p>
            <a:pPr algn="just"/>
            <a:r>
              <a:rPr lang="en-US" sz="950" b="0" dirty="0">
                <a:latin typeface="Josefin Sans" pitchFamily="2" charset="77"/>
              </a:rPr>
              <a:t>This Investment Summary has been prepared solely for, and is being delivered on a confidential basis to, persons considering a possible business relationship with the Sponsor (defined herein). This Presentation is for informational purposes only and does not constitute an offer to sell, a solicitation of an offer to buy, or a recommendation to purchase any equity, debt or other financial instrument of the Sponsor or an affiliated company. No offer of securities shall be made except by means of a private placement memorandum meeting the requirements of the Securities Act of 1933, as amended, and applicable regulations of jurisdiction in which such an offer may be made. Any reproduction of this Investment Summary, in whole or in part, or the disclosure of its contents, without the prior written consent of the Sponsor, is prohibited. </a:t>
            </a:r>
          </a:p>
          <a:p>
            <a:pPr algn="just"/>
            <a:r>
              <a:rPr lang="en-US" sz="950" b="0" dirty="0">
                <a:latin typeface="Josefin Sans" pitchFamily="2" charset="77"/>
              </a:rPr>
              <a:t> </a:t>
            </a:r>
          </a:p>
          <a:p>
            <a:pPr algn="just"/>
            <a:r>
              <a:rPr lang="en-US" sz="950" b="0" dirty="0">
                <a:latin typeface="Josefin Sans" pitchFamily="2" charset="77"/>
              </a:rPr>
              <a:t>By accepting this Investment Summary, each participant agrees: (i) to maintain the confidentiality of all information that is contained in this Investment Summary and not already in the public domain and (ii) to use this Investment Summary for the sole purpose of evaluating a business relationship with the Sponsor. </a:t>
            </a:r>
          </a:p>
          <a:p>
            <a:pPr algn="just"/>
            <a:r>
              <a:rPr lang="en-US" sz="950" b="0" dirty="0">
                <a:latin typeface="Josefin Sans" pitchFamily="2" charset="77"/>
              </a:rPr>
              <a:t> </a:t>
            </a:r>
          </a:p>
          <a:p>
            <a:pPr algn="just"/>
            <a:r>
              <a:rPr lang="en-US" sz="950" b="0" u="sng" dirty="0">
                <a:latin typeface="Josefin Sans" pitchFamily="2" charset="77"/>
              </a:rPr>
              <a:t>Forward-Looking Statements</a:t>
            </a:r>
            <a:endParaRPr lang="en-US" sz="950" b="0" dirty="0">
              <a:latin typeface="Josefin Sans" pitchFamily="2" charset="77"/>
            </a:endParaRPr>
          </a:p>
          <a:p>
            <a:pPr algn="just"/>
            <a:r>
              <a:rPr lang="en-US" sz="950" b="0" dirty="0">
                <a:latin typeface="Josefin Sans" pitchFamily="2" charset="77"/>
              </a:rPr>
              <a:t>This Investment Summary includes “forward looking statements” within the meaning of the “safe harbor” provisions of the United States Private Securities Litigation Reform Act of 1995. Forward-looking statements may be identified by the use of words such as “forecast”, “intend”, “seek”, “target”, anticipate”, “believe”, “expect”, “estimate”, “plan”, “outlook” and “project” and other similar expressions that predict or indicate future events or trends or that are not statements of historical matters. Such forward-looking statements include estimated financial information.</a:t>
            </a:r>
            <a:r>
              <a:rPr lang="en-US" sz="950" dirty="0">
                <a:latin typeface="Josefin Sans" pitchFamily="2" charset="77"/>
              </a:rPr>
              <a:t> </a:t>
            </a:r>
            <a:endParaRPr lang="en-US" sz="950" dirty="0">
              <a:latin typeface="Josefin Sans" pitchFamily="2" charset="77"/>
              <a:cs typeface="Arial" panose="020B0604020202020204" pitchFamily="34" charset="0"/>
            </a:endParaRPr>
          </a:p>
          <a:p>
            <a:pPr algn="just"/>
            <a:endParaRPr lang="en-US" sz="950" b="0" dirty="0">
              <a:latin typeface="Josefin Sans" pitchFamily="2" charset="77"/>
              <a:cs typeface="Arial" panose="020B0604020202020204" pitchFamily="34" charset="0"/>
            </a:endParaRPr>
          </a:p>
          <a:p>
            <a:pPr algn="just"/>
            <a:r>
              <a:rPr lang="en-US" sz="950" b="0" dirty="0">
                <a:latin typeface="Josefin Sans" pitchFamily="2" charset="77"/>
                <a:cs typeface="Arial" panose="020B0604020202020204" pitchFamily="34" charset="0"/>
              </a:rPr>
              <a:t>Such statements with respect to revenues, earnings, performance, strategies, prospects and other aspects of the business of the Company and are based on current expectations that are subject to known and unknown risks and uncertainties, which could cause actual results or outcomes to differ materially from expectations expressed or implied by such forward looking statements. These factors include, but are not limited to: (1) The inability of the Company to secure sufficient financing on favorable terms to acquire and operate the targeted properties; (ii)  the possibility that the Company may be adversely affected by other economic, business and or competitive factors; (iii) an unexpected and unforeseeable event or events that adversely affect projections due the economic climate, weather events or events that uniquely affect acquired properties, including but not limited to litigation, latent building issues, or infrastructure issues; and (iv) other risks and uncertainties indicated from time to time in the final private placement memorandum prepared by the Company, including those under “Risk Factors” therein, and other certain other documents attached to and incorporated in a private placement memorandum for the Company. </a:t>
            </a:r>
          </a:p>
        </p:txBody>
      </p:sp>
    </p:spTree>
    <p:extLst>
      <p:ext uri="{BB962C8B-B14F-4D97-AF65-F5344CB8AC3E}">
        <p14:creationId xmlns:p14="http://schemas.microsoft.com/office/powerpoint/2010/main" val="3576461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1"/>
          <p:cNvSpPr txBox="1">
            <a:spLocks noGrp="1"/>
          </p:cNvSpPr>
          <p:nvPr>
            <p:ph type="title"/>
          </p:nvPr>
        </p:nvSpPr>
        <p:spPr>
          <a:xfrm>
            <a:off x="1187272" y="257259"/>
            <a:ext cx="7704000" cy="834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Disclaimer Cont.</a:t>
            </a:r>
            <a:endParaRPr dirty="0"/>
          </a:p>
        </p:txBody>
      </p:sp>
      <p:sp>
        <p:nvSpPr>
          <p:cNvPr id="257" name="Google Shape;257;p41"/>
          <p:cNvSpPr txBox="1"/>
          <p:nvPr/>
        </p:nvSpPr>
        <p:spPr>
          <a:xfrm>
            <a:off x="586222" y="880483"/>
            <a:ext cx="8265294" cy="4203674"/>
          </a:xfrm>
          <a:prstGeom prst="rect">
            <a:avLst/>
          </a:prstGeom>
          <a:noFill/>
          <a:ln>
            <a:noFill/>
          </a:ln>
        </p:spPr>
        <p:txBody>
          <a:bodyPr spcFirstLastPara="1" wrap="square" lIns="91425" tIns="45700" rIns="91425" bIns="45700" anchor="t" anchorCtr="0">
            <a:spAutoFit/>
          </a:bodyPr>
          <a:lstStyle/>
          <a:p>
            <a:pPr algn="just"/>
            <a:r>
              <a:rPr lang="en-US" sz="954" dirty="0">
                <a:latin typeface="Josefin Sans" pitchFamily="2" charset="77"/>
                <a:cs typeface="Arial" panose="020B0604020202020204" pitchFamily="34" charset="0"/>
              </a:rPr>
              <a:t>You are cautioned not to place undue reliance upon any forward-looking statements, which speak only as of the date made. The Company undertakes no commitment to update or revise the forward-looking statements whether as a result of new information, future events or otherwise. Anyone using the Investment Summary does so at their own risk and no responsibility is accepted for any losses which may result from such use directly or indirectly. Recipients should carry out their own due diligence in connection with the assumptions contained herein. Although the Company may from time to time voluntarily update its prior forward-looking statements it disclaims any commitment to do so whether as a result of new information, future events, changes in assumption or otherwise except as required by securities laws. </a:t>
            </a:r>
          </a:p>
          <a:p>
            <a:pPr algn="just"/>
            <a:endParaRPr lang="en-US" sz="954" dirty="0">
              <a:latin typeface="Josefin Sans" pitchFamily="2" charset="77"/>
            </a:endParaRPr>
          </a:p>
          <a:p>
            <a:pPr algn="just"/>
            <a:r>
              <a:rPr lang="en-US" sz="954" dirty="0">
                <a:latin typeface="Josefin Sans" pitchFamily="2" charset="77"/>
              </a:rPr>
              <a:t>The financial and operating projections contained in this Investment Summary represent certain estimates as of the date hereof.  The Company’s accountant has not examined, reviewed or compiled the projections and accordingly expresses no opinion or assurance that the projections contained herein will accurately reflect the Company’s results of operation or financial condition. The projections are presented in non-GAAP format. Assumptions and estimates underlying prospective financial information are inherently uncertain and are subject to a wide variety of significant business, economic and competitive risks and uncertainties that could cause the actual results to differ materially from those contained in prospective financial information. Accordingly, there can be no assurance the prospective results are indicative of the future performance of the Company or that actual results will not be materially different from the projections as presented. Inclusion of the prospective financial information in this Investment Summary should not be regarded as a representation by any person that the projections contained herein are indicative of future results or will be achieved. These variation variations could materially affect the ability to make payments with respect to any of its outstanding and or future debt and service obligations.” </a:t>
            </a:r>
          </a:p>
          <a:p>
            <a:pPr algn="just"/>
            <a:r>
              <a:rPr lang="en-US" sz="954" dirty="0">
                <a:latin typeface="Josefin Sans" pitchFamily="2" charset="77"/>
              </a:rPr>
              <a:t> </a:t>
            </a:r>
          </a:p>
          <a:p>
            <a:pPr algn="just"/>
            <a:r>
              <a:rPr lang="en-US" sz="954" u="sng" dirty="0">
                <a:latin typeface="Josefin Sans" pitchFamily="2" charset="77"/>
              </a:rPr>
              <a:t>Industry and Market Data</a:t>
            </a:r>
            <a:endParaRPr lang="en-US" sz="954" dirty="0">
              <a:latin typeface="Josefin Sans" pitchFamily="2" charset="77"/>
            </a:endParaRPr>
          </a:p>
          <a:p>
            <a:pPr algn="just"/>
            <a:r>
              <a:rPr lang="en-US" sz="954" dirty="0">
                <a:latin typeface="Josefin Sans" pitchFamily="2" charset="77"/>
              </a:rPr>
              <a:t> Unless otherwise noted, the forecasted industry and market data contained in the assumptions for the projections are based upon the Company management’s estimates and industry and market publications and surveys. The information from industry and market publications has been obtained from sources believed to be reliable, but there can be no assurance as to the accuracy or completeness of the included information. The Company has not independently verified any of the data from third-party sources, nor has it ascertained the underlying economic assumptions relied upon therein. While such information is believed to be reliable for purposes used herein, none of the Company, their respective affiliates, not their respective directors, officers, employees, member, partners, shareholder or agents many any representation or warranty with respect to such information. </a:t>
            </a:r>
          </a:p>
          <a:p>
            <a:pPr algn="just"/>
            <a:endParaRPr lang="en-US" sz="954" dirty="0">
              <a:latin typeface="Josefin Sans" pitchFamily="2" charset="77"/>
              <a:cs typeface="Arial" panose="020B0604020202020204" pitchFamily="34" charset="0"/>
            </a:endParaRPr>
          </a:p>
          <a:p>
            <a:pPr algn="just"/>
            <a:endParaRPr lang="en-US" sz="954" dirty="0">
              <a:latin typeface="Josefin Sans" pitchFamily="2" charset="77"/>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pic>
        <p:nvPicPr>
          <p:cNvPr id="264" name="Google Shape;264;p42"/>
          <p:cNvPicPr preferRelativeResize="0"/>
          <p:nvPr/>
        </p:nvPicPr>
        <p:blipFill rotWithShape="1">
          <a:blip r:embed="rId3">
            <a:alphaModFix/>
          </a:blip>
          <a:srcRect t="12006" b="12006"/>
          <a:stretch/>
        </p:blipFill>
        <p:spPr>
          <a:xfrm>
            <a:off x="-536625" y="0"/>
            <a:ext cx="2359800" cy="5143501"/>
          </a:xfrm>
          <a:prstGeom prst="rect">
            <a:avLst/>
          </a:prstGeom>
          <a:noFill/>
          <a:ln>
            <a:noFill/>
          </a:ln>
        </p:spPr>
      </p:pic>
      <p:sp>
        <p:nvSpPr>
          <p:cNvPr id="265" name="Google Shape;265;p42"/>
          <p:cNvSpPr txBox="1">
            <a:spLocks noGrp="1"/>
          </p:cNvSpPr>
          <p:nvPr>
            <p:ph type="title" idx="15"/>
          </p:nvPr>
        </p:nvSpPr>
        <p:spPr>
          <a:xfrm>
            <a:off x="2800700" y="381600"/>
            <a:ext cx="5778000" cy="834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latin typeface="Lora"/>
                <a:ea typeface="Lora"/>
                <a:cs typeface="Lora"/>
                <a:sym typeface="Lora"/>
              </a:rPr>
              <a:t>Table of Contents</a:t>
            </a:r>
            <a:endParaRPr dirty="0">
              <a:latin typeface="Lora"/>
              <a:ea typeface="Lora"/>
              <a:cs typeface="Lora"/>
              <a:sym typeface="Lora"/>
            </a:endParaRPr>
          </a:p>
        </p:txBody>
      </p:sp>
      <p:sp>
        <p:nvSpPr>
          <p:cNvPr id="267" name="Google Shape;267;p42"/>
          <p:cNvSpPr txBox="1">
            <a:spLocks noGrp="1"/>
          </p:cNvSpPr>
          <p:nvPr>
            <p:ph type="title" idx="8"/>
          </p:nvPr>
        </p:nvSpPr>
        <p:spPr>
          <a:xfrm>
            <a:off x="2531863" y="1506594"/>
            <a:ext cx="2063700" cy="51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200" dirty="0">
                <a:latin typeface="Lora"/>
                <a:ea typeface="Lora"/>
                <a:cs typeface="Lora"/>
                <a:sym typeface="Lora"/>
              </a:rPr>
              <a:t>Executive Summary</a:t>
            </a:r>
            <a:endParaRPr sz="2200" dirty="0">
              <a:latin typeface="Lora"/>
              <a:ea typeface="Lora"/>
              <a:cs typeface="Lora"/>
              <a:sym typeface="Lora"/>
            </a:endParaRPr>
          </a:p>
        </p:txBody>
      </p:sp>
      <p:sp>
        <p:nvSpPr>
          <p:cNvPr id="268" name="Google Shape;268;p42"/>
          <p:cNvSpPr txBox="1">
            <a:spLocks noGrp="1"/>
          </p:cNvSpPr>
          <p:nvPr>
            <p:ph type="title" idx="3"/>
          </p:nvPr>
        </p:nvSpPr>
        <p:spPr>
          <a:xfrm>
            <a:off x="2149563" y="1198113"/>
            <a:ext cx="3822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Lora"/>
                <a:ea typeface="Lora"/>
                <a:cs typeface="Lora"/>
                <a:sym typeface="Lora"/>
              </a:rPr>
              <a:t>1</a:t>
            </a:r>
            <a:endParaRPr dirty="0">
              <a:latin typeface="Lora"/>
              <a:ea typeface="Lora"/>
              <a:cs typeface="Lora"/>
              <a:sym typeface="Lora"/>
            </a:endParaRPr>
          </a:p>
        </p:txBody>
      </p:sp>
      <p:sp>
        <p:nvSpPr>
          <p:cNvPr id="269" name="Google Shape;269;p42"/>
          <p:cNvSpPr txBox="1">
            <a:spLocks noGrp="1"/>
          </p:cNvSpPr>
          <p:nvPr>
            <p:ph type="subTitle" idx="9"/>
          </p:nvPr>
        </p:nvSpPr>
        <p:spPr>
          <a:xfrm>
            <a:off x="4818716" y="1613684"/>
            <a:ext cx="4325287" cy="68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latin typeface="Calibri"/>
                <a:ea typeface="Calibri"/>
                <a:cs typeface="Calibri"/>
                <a:sym typeface="Calibri"/>
              </a:rPr>
              <a:t>Profit Structure</a:t>
            </a:r>
          </a:p>
          <a:p>
            <a:pPr marL="0" lvl="0" indent="0" algn="l" rtl="0">
              <a:spcBef>
                <a:spcPts val="0"/>
              </a:spcBef>
              <a:spcAft>
                <a:spcPts val="0"/>
              </a:spcAft>
              <a:buNone/>
            </a:pPr>
            <a:r>
              <a:rPr lang="en" b="1" dirty="0">
                <a:latin typeface="Calibri"/>
                <a:ea typeface="Calibri"/>
                <a:cs typeface="Calibri"/>
                <a:sym typeface="Calibri"/>
              </a:rPr>
              <a:t>Strengths, Risks, and Mitigates</a:t>
            </a:r>
          </a:p>
          <a:p>
            <a:pPr marL="0" lvl="0" indent="0" algn="l" rtl="0">
              <a:spcBef>
                <a:spcPts val="0"/>
              </a:spcBef>
              <a:spcAft>
                <a:spcPts val="0"/>
              </a:spcAft>
              <a:buNone/>
            </a:pPr>
            <a:r>
              <a:rPr lang="en" b="1" dirty="0">
                <a:latin typeface="Calibri"/>
                <a:ea typeface="Calibri"/>
                <a:cs typeface="Calibri"/>
                <a:sym typeface="Calibri"/>
              </a:rPr>
              <a:t>Culpeper AI Gateway Acquisition Strategy</a:t>
            </a:r>
          </a:p>
          <a:p>
            <a:pPr marL="0" lvl="0" indent="0" algn="l" rtl="0">
              <a:spcBef>
                <a:spcPts val="0"/>
              </a:spcBef>
              <a:spcAft>
                <a:spcPts val="0"/>
              </a:spcAft>
              <a:buNone/>
            </a:pPr>
            <a:r>
              <a:rPr lang="en" b="1" dirty="0">
                <a:latin typeface="Calibri"/>
                <a:ea typeface="Calibri"/>
                <a:cs typeface="Calibri"/>
                <a:sym typeface="Calibri"/>
              </a:rPr>
              <a:t>Market Insights</a:t>
            </a:r>
          </a:p>
          <a:p>
            <a:pPr marL="0" lvl="0" indent="0" algn="l" rtl="0">
              <a:spcBef>
                <a:spcPts val="0"/>
              </a:spcBef>
              <a:spcAft>
                <a:spcPts val="0"/>
              </a:spcAft>
              <a:buNone/>
            </a:pPr>
            <a:r>
              <a:rPr lang="en" b="1" dirty="0">
                <a:latin typeface="Calibri"/>
                <a:ea typeface="Calibri"/>
                <a:cs typeface="Calibri"/>
                <a:sym typeface="Calibri"/>
              </a:rPr>
              <a:t>Property Strengths/Risk Mitigating Factors</a:t>
            </a:r>
          </a:p>
          <a:p>
            <a:pPr marL="0" lvl="0" indent="0" algn="l" rtl="0">
              <a:spcBef>
                <a:spcPts val="0"/>
              </a:spcBef>
              <a:spcAft>
                <a:spcPts val="0"/>
              </a:spcAft>
              <a:buNone/>
            </a:pPr>
            <a:r>
              <a:rPr lang="en" b="1" dirty="0">
                <a:latin typeface="Calibri"/>
                <a:ea typeface="Calibri"/>
                <a:cs typeface="Calibri"/>
                <a:sym typeface="Calibri"/>
              </a:rPr>
              <a:t>Exit Strategy</a:t>
            </a:r>
          </a:p>
          <a:p>
            <a:pPr marL="0" lvl="0" indent="0" algn="l" rtl="0">
              <a:spcBef>
                <a:spcPts val="0"/>
              </a:spcBef>
              <a:spcAft>
                <a:spcPts val="0"/>
              </a:spcAft>
              <a:buNone/>
            </a:pPr>
            <a:r>
              <a:rPr lang="en" b="1" dirty="0">
                <a:latin typeface="Calibri"/>
                <a:ea typeface="Calibri"/>
                <a:cs typeface="Calibri"/>
                <a:sym typeface="Calibri"/>
              </a:rPr>
              <a:t>Biography’s</a:t>
            </a:r>
          </a:p>
          <a:p>
            <a:pPr marL="0" lvl="0" indent="0" algn="l" rtl="0">
              <a:spcBef>
                <a:spcPts val="0"/>
              </a:spcBef>
              <a:spcAft>
                <a:spcPts val="0"/>
              </a:spcAft>
              <a:buNone/>
            </a:pPr>
            <a:r>
              <a:rPr lang="en" b="1" dirty="0">
                <a:latin typeface="Calibri"/>
                <a:ea typeface="Calibri"/>
                <a:cs typeface="Calibri"/>
                <a:sym typeface="Calibri"/>
              </a:rPr>
              <a:t>MBCP Track Record</a:t>
            </a:r>
            <a:endParaRPr b="1" dirty="0">
              <a:latin typeface="Calibri"/>
              <a:ea typeface="Calibri"/>
              <a:cs typeface="Calibri"/>
              <a:sym typeface="Calibri"/>
            </a:endParaRPr>
          </a:p>
        </p:txBody>
      </p:sp>
      <p:sp>
        <p:nvSpPr>
          <p:cNvPr id="270" name="Google Shape;270;p42"/>
          <p:cNvSpPr txBox="1">
            <a:spLocks noGrp="1"/>
          </p:cNvSpPr>
          <p:nvPr>
            <p:ph type="title"/>
          </p:nvPr>
        </p:nvSpPr>
        <p:spPr>
          <a:xfrm>
            <a:off x="4818717" y="1185309"/>
            <a:ext cx="2949900" cy="51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200" dirty="0">
                <a:latin typeface="Lora"/>
                <a:ea typeface="Lora"/>
                <a:cs typeface="Lora"/>
                <a:sym typeface="Lora"/>
              </a:rPr>
              <a:t>Position Held</a:t>
            </a:r>
            <a:endParaRPr sz="2200" dirty="0">
              <a:latin typeface="Lora"/>
              <a:ea typeface="Lora"/>
              <a:cs typeface="Lora"/>
              <a:sym typeface="Lora"/>
            </a:endParaRPr>
          </a:p>
        </p:txBody>
      </p:sp>
      <p:sp>
        <p:nvSpPr>
          <p:cNvPr id="271" name="Google Shape;271;p42"/>
          <p:cNvSpPr txBox="1">
            <a:spLocks noGrp="1"/>
          </p:cNvSpPr>
          <p:nvPr>
            <p:ph type="title" idx="2"/>
          </p:nvPr>
        </p:nvSpPr>
        <p:spPr>
          <a:xfrm>
            <a:off x="4292989" y="1198113"/>
            <a:ext cx="3822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Lora"/>
                <a:ea typeface="Lora"/>
                <a:cs typeface="Lora"/>
                <a:sym typeface="Lora"/>
              </a:rPr>
              <a:t>3</a:t>
            </a:r>
            <a:endParaRPr dirty="0">
              <a:latin typeface="Lora"/>
              <a:ea typeface="Lora"/>
              <a:cs typeface="Lora"/>
              <a:sym typeface="Lora"/>
            </a:endParaRPr>
          </a:p>
        </p:txBody>
      </p:sp>
      <p:sp>
        <p:nvSpPr>
          <p:cNvPr id="272" name="Google Shape;272;p42"/>
          <p:cNvSpPr txBox="1">
            <a:spLocks noGrp="1"/>
          </p:cNvSpPr>
          <p:nvPr>
            <p:ph type="subTitle" idx="1"/>
          </p:nvPr>
        </p:nvSpPr>
        <p:spPr>
          <a:xfrm>
            <a:off x="2531845" y="3392546"/>
            <a:ext cx="1998300" cy="688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latin typeface="Calibri"/>
                <a:ea typeface="Calibri"/>
                <a:cs typeface="Calibri"/>
                <a:sym typeface="Calibri"/>
              </a:rPr>
              <a:t>Key Highlights</a:t>
            </a:r>
          </a:p>
          <a:p>
            <a:pPr marL="0" lvl="0" indent="0" algn="l" rtl="0">
              <a:spcBef>
                <a:spcPts val="0"/>
              </a:spcBef>
              <a:spcAft>
                <a:spcPts val="0"/>
              </a:spcAft>
              <a:buNone/>
            </a:pPr>
            <a:r>
              <a:rPr lang="en" b="1" dirty="0">
                <a:latin typeface="Calibri"/>
                <a:ea typeface="Calibri"/>
                <a:cs typeface="Calibri"/>
                <a:sym typeface="Calibri"/>
              </a:rPr>
              <a:t>Pro Rata Guide Why we like Preferred Equity</a:t>
            </a:r>
            <a:endParaRPr b="1" dirty="0">
              <a:latin typeface="Calibri"/>
              <a:ea typeface="Calibri"/>
              <a:cs typeface="Calibri"/>
              <a:sym typeface="Calibri"/>
            </a:endParaRPr>
          </a:p>
        </p:txBody>
      </p:sp>
      <p:sp>
        <p:nvSpPr>
          <p:cNvPr id="273" name="Google Shape;273;p42"/>
          <p:cNvSpPr txBox="1">
            <a:spLocks noGrp="1"/>
          </p:cNvSpPr>
          <p:nvPr>
            <p:ph type="title" idx="13"/>
          </p:nvPr>
        </p:nvSpPr>
        <p:spPr>
          <a:xfrm>
            <a:off x="2531837" y="2964155"/>
            <a:ext cx="2359799" cy="518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200" dirty="0">
                <a:latin typeface="Lora"/>
                <a:ea typeface="Lora"/>
                <a:cs typeface="Lora"/>
                <a:sym typeface="Lora"/>
              </a:rPr>
              <a:t>Preferred Equity Terms</a:t>
            </a:r>
          </a:p>
        </p:txBody>
      </p:sp>
      <p:sp>
        <p:nvSpPr>
          <p:cNvPr id="274" name="Google Shape;274;p42"/>
          <p:cNvSpPr txBox="1">
            <a:spLocks noGrp="1"/>
          </p:cNvSpPr>
          <p:nvPr>
            <p:ph type="title" idx="4"/>
          </p:nvPr>
        </p:nvSpPr>
        <p:spPr>
          <a:xfrm>
            <a:off x="2149551" y="2672172"/>
            <a:ext cx="3822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Lora"/>
                <a:ea typeface="Lora"/>
                <a:cs typeface="Lora"/>
                <a:sym typeface="Lora"/>
              </a:rPr>
              <a:t>2</a:t>
            </a:r>
            <a:endParaRPr dirty="0">
              <a:latin typeface="Lora"/>
              <a:ea typeface="Lora"/>
              <a:cs typeface="Lora"/>
              <a:sym typeface="Lora"/>
            </a:endParaRPr>
          </a:p>
        </p:txBody>
      </p:sp>
      <p:sp>
        <p:nvSpPr>
          <p:cNvPr id="278" name="Google Shape;278;p42"/>
          <p:cNvSpPr/>
          <p:nvPr/>
        </p:nvSpPr>
        <p:spPr>
          <a:xfrm>
            <a:off x="-536625" y="3845925"/>
            <a:ext cx="2063639" cy="3568795"/>
          </a:xfrm>
          <a:custGeom>
            <a:avLst/>
            <a:gdLst/>
            <a:ahLst/>
            <a:cxnLst/>
            <a:rect l="l" t="t" r="r" b="b"/>
            <a:pathLst>
              <a:path w="18420" h="31855" extrusionOk="0">
                <a:moveTo>
                  <a:pt x="0" y="0"/>
                </a:moveTo>
                <a:lnTo>
                  <a:pt x="0" y="31855"/>
                </a:lnTo>
                <a:lnTo>
                  <a:pt x="18420" y="13435"/>
                </a:lnTo>
                <a:lnTo>
                  <a:pt x="5015" y="0"/>
                </a:lnTo>
                <a:close/>
              </a:path>
            </a:pathLst>
          </a:custGeom>
          <a:no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279" name="Google Shape;279;p42"/>
          <p:cNvPicPr preferRelativeResize="0"/>
          <p:nvPr/>
        </p:nvPicPr>
        <p:blipFill>
          <a:blip r:embed="rId4">
            <a:alphaModFix/>
          </a:blip>
          <a:stretch>
            <a:fillRect/>
          </a:stretch>
        </p:blipFill>
        <p:spPr>
          <a:xfrm>
            <a:off x="6387662" y="4562475"/>
            <a:ext cx="1343677" cy="341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9"/>
        <p:cNvGrpSpPr/>
        <p:nvPr/>
      </p:nvGrpSpPr>
      <p:grpSpPr>
        <a:xfrm>
          <a:off x="0" y="0"/>
          <a:ext cx="0" cy="0"/>
          <a:chOff x="0" y="0"/>
          <a:chExt cx="0" cy="0"/>
        </a:xfrm>
      </p:grpSpPr>
      <p:sp>
        <p:nvSpPr>
          <p:cNvPr id="290" name="Google Shape;290;p44"/>
          <p:cNvSpPr txBox="1">
            <a:spLocks noGrp="1"/>
          </p:cNvSpPr>
          <p:nvPr>
            <p:ph type="ctrTitle"/>
          </p:nvPr>
        </p:nvSpPr>
        <p:spPr>
          <a:xfrm>
            <a:off x="618300" y="2123656"/>
            <a:ext cx="5711100" cy="1299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5000" dirty="0"/>
              <a:t>Executive Summary</a:t>
            </a:r>
            <a:endParaRPr sz="5000" dirty="0"/>
          </a:p>
        </p:txBody>
      </p:sp>
      <p:sp>
        <p:nvSpPr>
          <p:cNvPr id="291" name="Google Shape;291;p44"/>
          <p:cNvSpPr txBox="1">
            <a:spLocks noGrp="1"/>
          </p:cNvSpPr>
          <p:nvPr>
            <p:ph type="title" idx="2"/>
          </p:nvPr>
        </p:nvSpPr>
        <p:spPr>
          <a:xfrm>
            <a:off x="7608100" y="540000"/>
            <a:ext cx="816000" cy="93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dirty="0"/>
          </a:p>
        </p:txBody>
      </p:sp>
      <p:pic>
        <p:nvPicPr>
          <p:cNvPr id="292" name="Google Shape;292;p44"/>
          <p:cNvPicPr preferRelativeResize="0"/>
          <p:nvPr/>
        </p:nvPicPr>
        <p:blipFill>
          <a:blip r:embed="rId4">
            <a:alphaModFix/>
          </a:blip>
          <a:stretch>
            <a:fillRect/>
          </a:stretch>
        </p:blipFill>
        <p:spPr>
          <a:xfrm>
            <a:off x="7491450" y="4005380"/>
            <a:ext cx="1446651" cy="3680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279305F-7A7A-090B-1CB4-B289295332B5}"/>
              </a:ext>
            </a:extLst>
          </p:cNvPr>
          <p:cNvSpPr/>
          <p:nvPr/>
        </p:nvSpPr>
        <p:spPr>
          <a:xfrm>
            <a:off x="843699" y="699715"/>
            <a:ext cx="7456602" cy="437321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ubtitle 1">
            <a:extLst>
              <a:ext uri="{FF2B5EF4-FFF2-40B4-BE49-F238E27FC236}">
                <a16:creationId xmlns:a16="http://schemas.microsoft.com/office/drawing/2014/main" id="{4FB5EEE5-E102-0CB2-6DBC-6FE84447C483}"/>
              </a:ext>
            </a:extLst>
          </p:cNvPr>
          <p:cNvSpPr>
            <a:spLocks noGrp="1"/>
          </p:cNvSpPr>
          <p:nvPr>
            <p:ph type="subTitle" idx="1"/>
          </p:nvPr>
        </p:nvSpPr>
        <p:spPr>
          <a:xfrm>
            <a:off x="1041621" y="842789"/>
            <a:ext cx="6957391" cy="2795451"/>
          </a:xfrm>
        </p:spPr>
        <p:txBody>
          <a:bodyPr/>
          <a:lstStyle/>
          <a:p>
            <a:pPr marL="0" indent="0" algn="just">
              <a:buNone/>
            </a:pPr>
            <a:r>
              <a:rPr lang="en-US" sz="2400" b="1" dirty="0">
                <a:solidFill>
                  <a:schemeClr val="bg1"/>
                </a:solidFill>
                <a:latin typeface="Lora" pitchFamily="2" charset="77"/>
                <a:cs typeface="Calibri" panose="020F0502020204030204" pitchFamily="34" charset="0"/>
              </a:rPr>
              <a:t>The Overview</a:t>
            </a:r>
          </a:p>
          <a:p>
            <a:pPr marL="0" indent="0" algn="just">
              <a:buNone/>
            </a:pPr>
            <a:endParaRPr lang="en-US" sz="2000" dirty="0">
              <a:solidFill>
                <a:schemeClr val="bg1"/>
              </a:solidFill>
              <a:latin typeface="Calibri" panose="020F0502020204030204" pitchFamily="34" charset="0"/>
              <a:cs typeface="Calibri" panose="020F0502020204030204" pitchFamily="34" charset="0"/>
            </a:endParaRPr>
          </a:p>
          <a:p>
            <a:pPr marL="285750" indent="-285750" algn="just">
              <a:buClr>
                <a:schemeClr val="bg1"/>
              </a:buCl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AI Gateway Fund – Datacenter Land Development </a:t>
            </a:r>
          </a:p>
          <a:p>
            <a:pPr marL="285750" indent="-285750" algn="just">
              <a:buClr>
                <a:schemeClr val="bg1"/>
              </a:buCl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Investing in Risk mitigated Preferred Equity opportunities</a:t>
            </a:r>
          </a:p>
          <a:p>
            <a:pPr marL="285750" indent="-285750" algn="just">
              <a:buClr>
                <a:schemeClr val="bg1"/>
              </a:buCl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Projects will be taken through the Datacenter Land Entitlement Process then assigned to a large Datacenter developer for sale</a:t>
            </a:r>
          </a:p>
          <a:p>
            <a:pPr marL="285750" indent="-285750" algn="just">
              <a:buClr>
                <a:schemeClr val="bg1"/>
              </a:buCl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24 - 36 months projected hold period  </a:t>
            </a:r>
          </a:p>
          <a:p>
            <a:pPr marL="285750" indent="-285750" algn="just">
              <a:buClr>
                <a:schemeClr val="bg1"/>
              </a:buCl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Provides cashflow throughout the hold period with a lucrative profit share provision </a:t>
            </a:r>
          </a:p>
          <a:p>
            <a:pPr marL="285750" indent="-285750" algn="just">
              <a:buClr>
                <a:schemeClr val="bg1"/>
              </a:buCl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Two initial properties are identified</a:t>
            </a:r>
          </a:p>
          <a:p>
            <a:pPr marL="0" indent="0" algn="just">
              <a:buClr>
                <a:schemeClr val="bg1"/>
              </a:buClr>
            </a:pPr>
            <a:endParaRPr lang="en-US" sz="2000" dirty="0">
              <a:solidFill>
                <a:schemeClr val="bg1"/>
              </a:solidFill>
              <a:latin typeface="Josefin Sans" pitchFamily="2" charset="0"/>
              <a:cs typeface="Times New Roman" panose="02020603050405020304" pitchFamily="18" charset="0"/>
            </a:endParaRPr>
          </a:p>
        </p:txBody>
      </p:sp>
      <p:sp>
        <p:nvSpPr>
          <p:cNvPr id="3" name="Title 2">
            <a:extLst>
              <a:ext uri="{FF2B5EF4-FFF2-40B4-BE49-F238E27FC236}">
                <a16:creationId xmlns:a16="http://schemas.microsoft.com/office/drawing/2014/main" id="{BEFFA6AE-9EC4-421A-A3D4-84919F4A873A}"/>
              </a:ext>
            </a:extLst>
          </p:cNvPr>
          <p:cNvSpPr>
            <a:spLocks noGrp="1"/>
          </p:cNvSpPr>
          <p:nvPr>
            <p:ph type="title"/>
          </p:nvPr>
        </p:nvSpPr>
        <p:spPr>
          <a:xfrm>
            <a:off x="2646000" y="7889"/>
            <a:ext cx="5778000" cy="834900"/>
          </a:xfrm>
        </p:spPr>
        <p:txBody>
          <a:bodyPr/>
          <a:lstStyle/>
          <a:p>
            <a:r>
              <a:rPr lang="en-US" dirty="0"/>
              <a:t>Executive Summary</a:t>
            </a:r>
          </a:p>
        </p:txBody>
      </p:sp>
    </p:spTree>
    <p:extLst>
      <p:ext uri="{BB962C8B-B14F-4D97-AF65-F5344CB8AC3E}">
        <p14:creationId xmlns:p14="http://schemas.microsoft.com/office/powerpoint/2010/main" val="3437060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59"/>
          <p:cNvSpPr txBox="1">
            <a:spLocks noGrp="1"/>
          </p:cNvSpPr>
          <p:nvPr>
            <p:ph type="title" idx="4"/>
          </p:nvPr>
        </p:nvSpPr>
        <p:spPr>
          <a:xfrm>
            <a:off x="1620253" y="381600"/>
            <a:ext cx="6803747" cy="834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dirty="0"/>
              <a:t>AI Gateway Opportunity Fund</a:t>
            </a:r>
            <a:endParaRPr dirty="0"/>
          </a:p>
        </p:txBody>
      </p:sp>
      <p:sp>
        <p:nvSpPr>
          <p:cNvPr id="468" name="Google Shape;468;p59"/>
          <p:cNvSpPr txBox="1">
            <a:spLocks noGrp="1"/>
          </p:cNvSpPr>
          <p:nvPr>
            <p:ph type="subTitle" idx="1"/>
          </p:nvPr>
        </p:nvSpPr>
        <p:spPr>
          <a:xfrm>
            <a:off x="883350" y="2190228"/>
            <a:ext cx="3931614" cy="1004700"/>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en-US" sz="2000" dirty="0">
                <a:solidFill>
                  <a:srgbClr val="000000"/>
                </a:solidFill>
                <a:latin typeface="Calibri" panose="020F0502020204030204" pitchFamily="34" charset="0"/>
                <a:cs typeface="Calibri" panose="020F0502020204030204" pitchFamily="34" charset="0"/>
              </a:rPr>
              <a:t>Total Raise: $2,000,000</a:t>
            </a:r>
          </a:p>
          <a:p>
            <a:pPr>
              <a:buFont typeface="Arial" panose="020B0604020202020204" pitchFamily="34" charset="0"/>
              <a:buChar char="•"/>
            </a:pPr>
            <a:r>
              <a:rPr lang="en-US" sz="2000" dirty="0">
                <a:solidFill>
                  <a:srgbClr val="000000"/>
                </a:solidFill>
                <a:latin typeface="Calibri" panose="020F0502020204030204" pitchFamily="34" charset="0"/>
                <a:cs typeface="Calibri" panose="020F0502020204030204" pitchFamily="34" charset="0"/>
              </a:rPr>
              <a:t>Minimum Investment- 50K</a:t>
            </a:r>
          </a:p>
          <a:p>
            <a:pPr>
              <a:buFont typeface="Arial" panose="020B0604020202020204" pitchFamily="34" charset="0"/>
              <a:buChar char="•"/>
            </a:pPr>
            <a:r>
              <a:rPr lang="en-US" sz="2000" dirty="0">
                <a:solidFill>
                  <a:srgbClr val="000000"/>
                </a:solidFill>
                <a:latin typeface="Calibri" panose="020F0502020204030204" pitchFamily="34" charset="0"/>
                <a:cs typeface="Calibri" panose="020F0502020204030204" pitchFamily="34" charset="0"/>
              </a:rPr>
              <a:t>Projected Annual Return- 35%+</a:t>
            </a:r>
          </a:p>
        </p:txBody>
      </p:sp>
      <p:sp>
        <p:nvSpPr>
          <p:cNvPr id="469" name="Google Shape;469;p59"/>
          <p:cNvSpPr txBox="1">
            <a:spLocks noGrp="1"/>
          </p:cNvSpPr>
          <p:nvPr>
            <p:ph type="title"/>
          </p:nvPr>
        </p:nvSpPr>
        <p:spPr>
          <a:xfrm>
            <a:off x="967394" y="1623221"/>
            <a:ext cx="3763526" cy="492375"/>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000" dirty="0"/>
              <a:t>Investment</a:t>
            </a:r>
            <a:endParaRPr sz="2000" dirty="0"/>
          </a:p>
        </p:txBody>
      </p:sp>
      <p:sp>
        <p:nvSpPr>
          <p:cNvPr id="470" name="Google Shape;470;p59"/>
          <p:cNvSpPr txBox="1">
            <a:spLocks noGrp="1"/>
          </p:cNvSpPr>
          <p:nvPr>
            <p:ph type="subTitle" idx="2"/>
          </p:nvPr>
        </p:nvSpPr>
        <p:spPr>
          <a:xfrm>
            <a:off x="5083986" y="2119334"/>
            <a:ext cx="3525300" cy="1530855"/>
          </a:xfrm>
          <a:prstGeom prst="rect">
            <a:avLst/>
          </a:prstGeom>
        </p:spPr>
        <p:txBody>
          <a:bodyPr spcFirstLastPara="1" wrap="square" lIns="91425" tIns="91425" rIns="91425" bIns="91425" anchor="t" anchorCtr="0">
            <a:noAutofit/>
          </a:bodyPr>
          <a:lstStyle/>
          <a:p>
            <a:pPr>
              <a:buFont typeface="Arial" panose="020B0604020202020204" pitchFamily="34" charset="0"/>
              <a:buChar char="•"/>
            </a:pPr>
            <a:r>
              <a:rPr lang="en-US" sz="2000" dirty="0">
                <a:solidFill>
                  <a:srgbClr val="000000"/>
                </a:solidFill>
                <a:latin typeface="Calibri" panose="020F0502020204030204" pitchFamily="34" charset="0"/>
                <a:cs typeface="Calibri" panose="020F0502020204030204" pitchFamily="34" charset="0"/>
              </a:rPr>
              <a:t>Term: 24- 36 months</a:t>
            </a:r>
          </a:p>
          <a:p>
            <a:pPr>
              <a:buFont typeface="Arial" panose="020B0604020202020204" pitchFamily="34" charset="0"/>
              <a:buChar char="•"/>
            </a:pPr>
            <a:r>
              <a:rPr lang="en-US" sz="2000" dirty="0">
                <a:solidFill>
                  <a:srgbClr val="000000"/>
                </a:solidFill>
                <a:latin typeface="Calibri" panose="020F0502020204030204" pitchFamily="34" charset="0"/>
                <a:cs typeface="Calibri" panose="020F0502020204030204" pitchFamily="34" charset="0"/>
              </a:rPr>
              <a:t>Structured as Preferred Equity with lucrative profit share provisions </a:t>
            </a:r>
          </a:p>
          <a:p>
            <a:pPr>
              <a:buFont typeface="Arial" panose="020B0604020202020204" pitchFamily="34" charset="0"/>
              <a:buChar char="•"/>
            </a:pPr>
            <a:endParaRPr lang="en-US" sz="2000" dirty="0">
              <a:solidFill>
                <a:srgbClr val="000000"/>
              </a:solidFill>
              <a:latin typeface="Calibri" panose="020F0502020204030204" pitchFamily="34" charset="0"/>
              <a:cs typeface="Calibri" panose="020F0502020204030204" pitchFamily="34" charset="0"/>
            </a:endParaRPr>
          </a:p>
          <a:p>
            <a:pPr>
              <a:buFont typeface="Arial" panose="020B0604020202020204" pitchFamily="34" charset="0"/>
              <a:buChar char="•"/>
            </a:pPr>
            <a:endParaRPr lang="en-US" sz="2000" dirty="0">
              <a:solidFill>
                <a:srgbClr val="000000"/>
              </a:solidFill>
              <a:latin typeface="Calibri" panose="020F0502020204030204" pitchFamily="34" charset="0"/>
              <a:cs typeface="Calibri" panose="020F0502020204030204" pitchFamily="34" charset="0"/>
            </a:endParaRPr>
          </a:p>
        </p:txBody>
      </p:sp>
      <p:sp>
        <p:nvSpPr>
          <p:cNvPr id="471" name="Google Shape;471;p59"/>
          <p:cNvSpPr txBox="1">
            <a:spLocks noGrp="1"/>
          </p:cNvSpPr>
          <p:nvPr>
            <p:ph type="title" idx="3"/>
          </p:nvPr>
        </p:nvSpPr>
        <p:spPr>
          <a:xfrm>
            <a:off x="5163600" y="1626960"/>
            <a:ext cx="3260400" cy="49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000" dirty="0"/>
              <a:t>Terms</a:t>
            </a:r>
            <a:endParaRPr sz="2000" dirty="0"/>
          </a:p>
        </p:txBody>
      </p:sp>
      <p:pic>
        <p:nvPicPr>
          <p:cNvPr id="472" name="Google Shape;472;p59"/>
          <p:cNvPicPr preferRelativeResize="0"/>
          <p:nvPr/>
        </p:nvPicPr>
        <p:blipFill>
          <a:blip r:embed="rId3">
            <a:alphaModFix/>
          </a:blip>
          <a:stretch>
            <a:fillRect/>
          </a:stretch>
        </p:blipFill>
        <p:spPr>
          <a:xfrm>
            <a:off x="7164925" y="4552950"/>
            <a:ext cx="1343677" cy="3418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4"/>
        <p:cNvGrpSpPr/>
        <p:nvPr/>
      </p:nvGrpSpPr>
      <p:grpSpPr>
        <a:xfrm>
          <a:off x="0" y="0"/>
          <a:ext cx="0" cy="0"/>
          <a:chOff x="0" y="0"/>
          <a:chExt cx="0" cy="0"/>
        </a:xfrm>
      </p:grpSpPr>
      <p:sp>
        <p:nvSpPr>
          <p:cNvPr id="346" name="Google Shape;346;p49"/>
          <p:cNvSpPr txBox="1">
            <a:spLocks noGrp="1"/>
          </p:cNvSpPr>
          <p:nvPr>
            <p:ph type="title" idx="2"/>
          </p:nvPr>
        </p:nvSpPr>
        <p:spPr>
          <a:xfrm>
            <a:off x="7608100" y="540000"/>
            <a:ext cx="816000" cy="93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dirty="0"/>
          </a:p>
        </p:txBody>
      </p:sp>
      <p:pic>
        <p:nvPicPr>
          <p:cNvPr id="347" name="Google Shape;347;p49"/>
          <p:cNvPicPr preferRelativeResize="0"/>
          <p:nvPr/>
        </p:nvPicPr>
        <p:blipFill>
          <a:blip r:embed="rId4">
            <a:alphaModFix/>
          </a:blip>
          <a:stretch>
            <a:fillRect/>
          </a:stretch>
        </p:blipFill>
        <p:spPr>
          <a:xfrm>
            <a:off x="7491450" y="4005380"/>
            <a:ext cx="1446651" cy="368020"/>
          </a:xfrm>
          <a:prstGeom prst="rect">
            <a:avLst/>
          </a:prstGeom>
          <a:noFill/>
          <a:ln>
            <a:noFill/>
          </a:ln>
        </p:spPr>
      </p:pic>
      <p:sp>
        <p:nvSpPr>
          <p:cNvPr id="4" name="Google Shape;467;p59">
            <a:extLst>
              <a:ext uri="{FF2B5EF4-FFF2-40B4-BE49-F238E27FC236}">
                <a16:creationId xmlns:a16="http://schemas.microsoft.com/office/drawing/2014/main" id="{55F127FD-E9C2-3B5D-C6D4-E50B0AA6AAA5}"/>
              </a:ext>
            </a:extLst>
          </p:cNvPr>
          <p:cNvSpPr txBox="1">
            <a:spLocks/>
          </p:cNvSpPr>
          <p:nvPr/>
        </p:nvSpPr>
        <p:spPr>
          <a:xfrm>
            <a:off x="1018274" y="1541096"/>
            <a:ext cx="4093726" cy="117330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2"/>
              </a:buClr>
              <a:buSzPts val="3500"/>
              <a:buFont typeface="Lora"/>
              <a:buNone/>
              <a:defRPr sz="3500" b="1" i="0" u="none" strike="noStrike" cap="none">
                <a:solidFill>
                  <a:schemeClr val="dk2"/>
                </a:solidFill>
                <a:latin typeface="Lora"/>
                <a:ea typeface="Lora"/>
                <a:cs typeface="Lora"/>
                <a:sym typeface="Lora"/>
              </a:defRPr>
            </a:lvl1pPr>
            <a:lvl2pPr marR="0" lvl="1" algn="r" rtl="0">
              <a:lnSpc>
                <a:spcPct val="100000"/>
              </a:lnSpc>
              <a:spcBef>
                <a:spcPts val="0"/>
              </a:spcBef>
              <a:spcAft>
                <a:spcPts val="0"/>
              </a:spcAft>
              <a:buClr>
                <a:schemeClr val="dk2"/>
              </a:buClr>
              <a:buSzPts val="3500"/>
              <a:buFont typeface="Barlow"/>
              <a:buNone/>
              <a:defRPr sz="3500" b="1" i="0" u="none" strike="noStrike" cap="none">
                <a:solidFill>
                  <a:schemeClr val="dk2"/>
                </a:solidFill>
                <a:latin typeface="Barlow"/>
                <a:ea typeface="Barlow"/>
                <a:cs typeface="Barlow"/>
                <a:sym typeface="Barlow"/>
              </a:defRPr>
            </a:lvl2pPr>
            <a:lvl3pPr marR="0" lvl="2" algn="r" rtl="0">
              <a:lnSpc>
                <a:spcPct val="100000"/>
              </a:lnSpc>
              <a:spcBef>
                <a:spcPts val="0"/>
              </a:spcBef>
              <a:spcAft>
                <a:spcPts val="0"/>
              </a:spcAft>
              <a:buClr>
                <a:schemeClr val="dk2"/>
              </a:buClr>
              <a:buSzPts val="3500"/>
              <a:buFont typeface="Barlow"/>
              <a:buNone/>
              <a:defRPr sz="3500" b="1" i="0" u="none" strike="noStrike" cap="none">
                <a:solidFill>
                  <a:schemeClr val="dk2"/>
                </a:solidFill>
                <a:latin typeface="Barlow"/>
                <a:ea typeface="Barlow"/>
                <a:cs typeface="Barlow"/>
                <a:sym typeface="Barlow"/>
              </a:defRPr>
            </a:lvl3pPr>
            <a:lvl4pPr marR="0" lvl="3" algn="r" rtl="0">
              <a:lnSpc>
                <a:spcPct val="100000"/>
              </a:lnSpc>
              <a:spcBef>
                <a:spcPts val="0"/>
              </a:spcBef>
              <a:spcAft>
                <a:spcPts val="0"/>
              </a:spcAft>
              <a:buClr>
                <a:schemeClr val="dk2"/>
              </a:buClr>
              <a:buSzPts val="3500"/>
              <a:buFont typeface="Barlow"/>
              <a:buNone/>
              <a:defRPr sz="3500" b="1" i="0" u="none" strike="noStrike" cap="none">
                <a:solidFill>
                  <a:schemeClr val="dk2"/>
                </a:solidFill>
                <a:latin typeface="Barlow"/>
                <a:ea typeface="Barlow"/>
                <a:cs typeface="Barlow"/>
                <a:sym typeface="Barlow"/>
              </a:defRPr>
            </a:lvl4pPr>
            <a:lvl5pPr marR="0" lvl="4" algn="r" rtl="0">
              <a:lnSpc>
                <a:spcPct val="100000"/>
              </a:lnSpc>
              <a:spcBef>
                <a:spcPts val="0"/>
              </a:spcBef>
              <a:spcAft>
                <a:spcPts val="0"/>
              </a:spcAft>
              <a:buClr>
                <a:schemeClr val="dk2"/>
              </a:buClr>
              <a:buSzPts val="3500"/>
              <a:buFont typeface="Barlow"/>
              <a:buNone/>
              <a:defRPr sz="3500" b="1" i="0" u="none" strike="noStrike" cap="none">
                <a:solidFill>
                  <a:schemeClr val="dk2"/>
                </a:solidFill>
                <a:latin typeface="Barlow"/>
                <a:ea typeface="Barlow"/>
                <a:cs typeface="Barlow"/>
                <a:sym typeface="Barlow"/>
              </a:defRPr>
            </a:lvl5pPr>
            <a:lvl6pPr marR="0" lvl="5" algn="r" rtl="0">
              <a:lnSpc>
                <a:spcPct val="100000"/>
              </a:lnSpc>
              <a:spcBef>
                <a:spcPts val="0"/>
              </a:spcBef>
              <a:spcAft>
                <a:spcPts val="0"/>
              </a:spcAft>
              <a:buClr>
                <a:schemeClr val="dk2"/>
              </a:buClr>
              <a:buSzPts val="3500"/>
              <a:buFont typeface="Barlow"/>
              <a:buNone/>
              <a:defRPr sz="3500" b="1" i="0" u="none" strike="noStrike" cap="none">
                <a:solidFill>
                  <a:schemeClr val="dk2"/>
                </a:solidFill>
                <a:latin typeface="Barlow"/>
                <a:ea typeface="Barlow"/>
                <a:cs typeface="Barlow"/>
                <a:sym typeface="Barlow"/>
              </a:defRPr>
            </a:lvl6pPr>
            <a:lvl7pPr marR="0" lvl="6" algn="r" rtl="0">
              <a:lnSpc>
                <a:spcPct val="100000"/>
              </a:lnSpc>
              <a:spcBef>
                <a:spcPts val="0"/>
              </a:spcBef>
              <a:spcAft>
                <a:spcPts val="0"/>
              </a:spcAft>
              <a:buClr>
                <a:schemeClr val="dk2"/>
              </a:buClr>
              <a:buSzPts val="3500"/>
              <a:buFont typeface="Barlow"/>
              <a:buNone/>
              <a:defRPr sz="3500" b="1" i="0" u="none" strike="noStrike" cap="none">
                <a:solidFill>
                  <a:schemeClr val="dk2"/>
                </a:solidFill>
                <a:latin typeface="Barlow"/>
                <a:ea typeface="Barlow"/>
                <a:cs typeface="Barlow"/>
                <a:sym typeface="Barlow"/>
              </a:defRPr>
            </a:lvl7pPr>
            <a:lvl8pPr marR="0" lvl="7" algn="r" rtl="0">
              <a:lnSpc>
                <a:spcPct val="100000"/>
              </a:lnSpc>
              <a:spcBef>
                <a:spcPts val="0"/>
              </a:spcBef>
              <a:spcAft>
                <a:spcPts val="0"/>
              </a:spcAft>
              <a:buClr>
                <a:schemeClr val="dk2"/>
              </a:buClr>
              <a:buSzPts val="3500"/>
              <a:buFont typeface="Barlow"/>
              <a:buNone/>
              <a:defRPr sz="3500" b="1" i="0" u="none" strike="noStrike" cap="none">
                <a:solidFill>
                  <a:schemeClr val="dk2"/>
                </a:solidFill>
                <a:latin typeface="Barlow"/>
                <a:ea typeface="Barlow"/>
                <a:cs typeface="Barlow"/>
                <a:sym typeface="Barlow"/>
              </a:defRPr>
            </a:lvl8pPr>
            <a:lvl9pPr marR="0" lvl="8" algn="r" rtl="0">
              <a:lnSpc>
                <a:spcPct val="100000"/>
              </a:lnSpc>
              <a:spcBef>
                <a:spcPts val="0"/>
              </a:spcBef>
              <a:spcAft>
                <a:spcPts val="0"/>
              </a:spcAft>
              <a:buClr>
                <a:schemeClr val="dk2"/>
              </a:buClr>
              <a:buSzPts val="3500"/>
              <a:buFont typeface="Barlow"/>
              <a:buNone/>
              <a:defRPr sz="3500" b="1" i="0" u="none" strike="noStrike" cap="none">
                <a:solidFill>
                  <a:schemeClr val="dk2"/>
                </a:solidFill>
                <a:latin typeface="Barlow"/>
                <a:ea typeface="Barlow"/>
                <a:cs typeface="Barlow"/>
                <a:sym typeface="Barlow"/>
              </a:defRPr>
            </a:lvl9pPr>
          </a:lstStyle>
          <a:p>
            <a:pPr marL="342900" indent="-342900" algn="ctr">
              <a:buFont typeface="Arial" panose="020B0604020202020204" pitchFamily="34" charset="0"/>
              <a:buChar char="•"/>
            </a:pPr>
            <a:r>
              <a:rPr lang="en-US" sz="2800" dirty="0">
                <a:solidFill>
                  <a:schemeClr val="bg1"/>
                </a:solidFill>
                <a:latin typeface="Calibri" panose="020F0502020204030204" pitchFamily="34" charset="0"/>
                <a:cs typeface="Calibri" panose="020F0502020204030204" pitchFamily="34" charset="0"/>
              </a:rPr>
              <a:t>Preferred Return Terms</a:t>
            </a:r>
          </a:p>
          <a:p>
            <a:pPr marL="342900" indent="-342900" algn="ctr">
              <a:buFont typeface="Arial" panose="020B0604020202020204" pitchFamily="34" charset="0"/>
              <a:buChar char="•"/>
            </a:pPr>
            <a:endParaRPr lang="en-US" sz="2000" dirty="0">
              <a:solidFill>
                <a:schemeClr val="bg1"/>
              </a:solidFill>
              <a:latin typeface="Calibri" panose="020F0502020204030204" pitchFamily="34" charset="0"/>
              <a:cs typeface="Calibri" panose="020F0502020204030204" pitchFamily="34" charset="0"/>
            </a:endParaRPr>
          </a:p>
          <a:p>
            <a:pPr marL="342900" indent="-342900" algn="ct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7% Pref paid Monthly</a:t>
            </a:r>
          </a:p>
          <a:p>
            <a:pPr marL="342900" indent="-342900" algn="ct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10% Pref Accrued until sale</a:t>
            </a:r>
          </a:p>
          <a:p>
            <a:pPr marL="342900" indent="-342900" algn="ctr">
              <a:buFont typeface="Arial" panose="020B0604020202020204" pitchFamily="34" charset="0"/>
              <a:buChar char="•"/>
            </a:pPr>
            <a:r>
              <a:rPr lang="en-US" sz="2000" dirty="0">
                <a:solidFill>
                  <a:schemeClr val="bg1"/>
                </a:solidFill>
                <a:latin typeface="Calibri" panose="020F0502020204030204" pitchFamily="34" charset="0"/>
                <a:cs typeface="Calibri" panose="020F0502020204030204" pitchFamily="34" charset="0"/>
              </a:rPr>
              <a:t>5% Profit Split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59"/>
          <p:cNvSpPr txBox="1">
            <a:spLocks noGrp="1"/>
          </p:cNvSpPr>
          <p:nvPr>
            <p:ph type="title" idx="4"/>
          </p:nvPr>
        </p:nvSpPr>
        <p:spPr>
          <a:xfrm>
            <a:off x="1398494" y="381600"/>
            <a:ext cx="7025506" cy="834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dirty="0"/>
              <a:t>Why We Like Preferred Equity</a:t>
            </a:r>
            <a:endParaRPr dirty="0"/>
          </a:p>
        </p:txBody>
      </p:sp>
      <p:sp>
        <p:nvSpPr>
          <p:cNvPr id="468" name="Google Shape;468;p59"/>
          <p:cNvSpPr txBox="1">
            <a:spLocks noGrp="1"/>
          </p:cNvSpPr>
          <p:nvPr>
            <p:ph type="subTitle" idx="1"/>
          </p:nvPr>
        </p:nvSpPr>
        <p:spPr>
          <a:xfrm>
            <a:off x="883349" y="1879444"/>
            <a:ext cx="7625253" cy="1004700"/>
          </a:xfrm>
          <a:prstGeom prst="rect">
            <a:avLst/>
          </a:prstGeom>
        </p:spPr>
        <p:txBody>
          <a:bodyPr spcFirstLastPara="1" wrap="square" lIns="91425" tIns="91425" rIns="91425" bIns="91425" anchor="t" anchorCtr="0">
            <a:noAutofit/>
          </a:bodyPr>
          <a:lstStyle/>
          <a:p>
            <a:pPr marL="285750" indent="-285750">
              <a:spcBef>
                <a:spcPts val="600"/>
              </a:spcBef>
              <a:buFont typeface="Arial" panose="020B0604020202020204" pitchFamily="34" charset="0"/>
              <a:buChar char="•"/>
            </a:pPr>
            <a:r>
              <a:rPr 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rPr>
              <a:t>Returns </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Pref (Preferred) Equity is a safer and more reliable alternative to investing as a Limited Partner as the Pref Equity has a superior position to the GP/LP Equity. </a:t>
            </a:r>
          </a:p>
          <a:p>
            <a:pPr marL="285750" indent="-285750">
              <a:spcBef>
                <a:spcPts val="600"/>
              </a:spcBef>
              <a:buFont typeface="Arial" panose="020B0604020202020204" pitchFamily="34" charset="0"/>
              <a:buChar char="•"/>
            </a:pPr>
            <a:r>
              <a:rPr 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rPr>
              <a:t>Steady Rate of Return </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Pref Equity has a more reliable and stable cash flow compared to LP Equity and is ideal for investors that want a consistent cash flow. </a:t>
            </a:r>
          </a:p>
          <a:p>
            <a:pPr marL="285750" indent="-285750">
              <a:spcBef>
                <a:spcPts val="600"/>
              </a:spcBef>
              <a:buFont typeface="Arial" panose="020B0604020202020204" pitchFamily="34" charset="0"/>
              <a:buChar char="•"/>
            </a:pPr>
            <a:r>
              <a:rPr 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rPr>
              <a:t>Position in Capital Stack </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Pref Equity is paid back before common equity.</a:t>
            </a:r>
          </a:p>
        </p:txBody>
      </p:sp>
      <p:sp>
        <p:nvSpPr>
          <p:cNvPr id="469" name="Google Shape;469;p59"/>
          <p:cNvSpPr txBox="1">
            <a:spLocks noGrp="1"/>
          </p:cNvSpPr>
          <p:nvPr>
            <p:ph type="title"/>
          </p:nvPr>
        </p:nvSpPr>
        <p:spPr>
          <a:xfrm>
            <a:off x="967500" y="1387069"/>
            <a:ext cx="3260400" cy="492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000" dirty="0"/>
              <a:t>Key Highlights</a:t>
            </a:r>
            <a:endParaRPr sz="2000" dirty="0"/>
          </a:p>
        </p:txBody>
      </p:sp>
      <p:pic>
        <p:nvPicPr>
          <p:cNvPr id="472" name="Google Shape;472;p59"/>
          <p:cNvPicPr preferRelativeResize="0"/>
          <p:nvPr/>
        </p:nvPicPr>
        <p:blipFill>
          <a:blip r:embed="rId3">
            <a:alphaModFix/>
          </a:blip>
          <a:stretch>
            <a:fillRect/>
          </a:stretch>
        </p:blipFill>
        <p:spPr>
          <a:xfrm>
            <a:off x="7164925" y="4552950"/>
            <a:ext cx="1343677" cy="341825"/>
          </a:xfrm>
          <a:prstGeom prst="rect">
            <a:avLst/>
          </a:prstGeom>
          <a:noFill/>
          <a:ln>
            <a:noFill/>
          </a:ln>
        </p:spPr>
      </p:pic>
    </p:spTree>
    <p:extLst>
      <p:ext uri="{BB962C8B-B14F-4D97-AF65-F5344CB8AC3E}">
        <p14:creationId xmlns:p14="http://schemas.microsoft.com/office/powerpoint/2010/main" val="3452345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grpSp>
        <p:nvGrpSpPr>
          <p:cNvPr id="4" name="Group 3">
            <a:extLst>
              <a:ext uri="{FF2B5EF4-FFF2-40B4-BE49-F238E27FC236}">
                <a16:creationId xmlns:a16="http://schemas.microsoft.com/office/drawing/2014/main" id="{9A533C36-2271-77BD-951A-EB40D5FB80EE}"/>
              </a:ext>
            </a:extLst>
          </p:cNvPr>
          <p:cNvGrpSpPr/>
          <p:nvPr/>
        </p:nvGrpSpPr>
        <p:grpSpPr>
          <a:xfrm rot="16200000">
            <a:off x="1921397" y="2168323"/>
            <a:ext cx="4020878" cy="1280327"/>
            <a:chOff x="2030894" y="1845314"/>
            <a:chExt cx="5134031" cy="1650096"/>
          </a:xfrm>
        </p:grpSpPr>
        <p:sp>
          <p:nvSpPr>
            <p:cNvPr id="17" name="Google Shape;369;p51">
              <a:extLst>
                <a:ext uri="{FF2B5EF4-FFF2-40B4-BE49-F238E27FC236}">
                  <a16:creationId xmlns:a16="http://schemas.microsoft.com/office/drawing/2014/main" id="{760314E7-0176-1D95-D2EB-0A53AA28013A}"/>
                </a:ext>
              </a:extLst>
            </p:cNvPr>
            <p:cNvSpPr/>
            <p:nvPr/>
          </p:nvSpPr>
          <p:spPr>
            <a:xfrm rot="16200000">
              <a:off x="5139812" y="1470297"/>
              <a:ext cx="1650096" cy="2400130"/>
            </a:xfrm>
            <a:prstGeom prst="rect">
              <a:avLst/>
            </a:prstGeom>
            <a:solidFill>
              <a:srgbClr val="002D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368;p51">
              <a:extLst>
                <a:ext uri="{FF2B5EF4-FFF2-40B4-BE49-F238E27FC236}">
                  <a16:creationId xmlns:a16="http://schemas.microsoft.com/office/drawing/2014/main" id="{0F44394F-D157-AE54-6C46-4452BD146206}"/>
                </a:ext>
              </a:extLst>
            </p:cNvPr>
            <p:cNvSpPr/>
            <p:nvPr/>
          </p:nvSpPr>
          <p:spPr>
            <a:xfrm rot="16200000">
              <a:off x="3486514" y="2214701"/>
              <a:ext cx="1646833" cy="908063"/>
            </a:xfrm>
            <a:prstGeom prst="rect">
              <a:avLst/>
            </a:prstGeom>
            <a:solidFill>
              <a:srgbClr val="002D72">
                <a:alpha val="76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367;p51">
              <a:extLst>
                <a:ext uri="{FF2B5EF4-FFF2-40B4-BE49-F238E27FC236}">
                  <a16:creationId xmlns:a16="http://schemas.microsoft.com/office/drawing/2014/main" id="{7ACB349D-0633-A0DC-1864-1378E95E373D}"/>
                </a:ext>
              </a:extLst>
            </p:cNvPr>
            <p:cNvSpPr/>
            <p:nvPr/>
          </p:nvSpPr>
          <p:spPr>
            <a:xfrm rot="16200000">
              <a:off x="2117110" y="1759099"/>
              <a:ext cx="1646833" cy="1819265"/>
            </a:xfrm>
            <a:prstGeom prst="rect">
              <a:avLst/>
            </a:prstGeom>
            <a:solidFill>
              <a:srgbClr val="002D72">
                <a:alpha val="4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67" name="Google Shape;467;p59"/>
          <p:cNvSpPr txBox="1">
            <a:spLocks noGrp="1"/>
          </p:cNvSpPr>
          <p:nvPr>
            <p:ph type="title" idx="4"/>
          </p:nvPr>
        </p:nvSpPr>
        <p:spPr>
          <a:xfrm>
            <a:off x="1398494" y="381600"/>
            <a:ext cx="7025506" cy="834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US" dirty="0"/>
              <a:t>Position Held</a:t>
            </a:r>
            <a:endParaRPr dirty="0"/>
          </a:p>
        </p:txBody>
      </p:sp>
      <p:pic>
        <p:nvPicPr>
          <p:cNvPr id="472" name="Google Shape;472;p59"/>
          <p:cNvPicPr preferRelativeResize="0"/>
          <p:nvPr/>
        </p:nvPicPr>
        <p:blipFill>
          <a:blip r:embed="rId3">
            <a:alphaModFix/>
          </a:blip>
          <a:stretch>
            <a:fillRect/>
          </a:stretch>
        </p:blipFill>
        <p:spPr>
          <a:xfrm>
            <a:off x="7164925" y="4552950"/>
            <a:ext cx="1343677" cy="341825"/>
          </a:xfrm>
          <a:prstGeom prst="rect">
            <a:avLst/>
          </a:prstGeom>
          <a:noFill/>
          <a:ln>
            <a:noFill/>
          </a:ln>
        </p:spPr>
      </p:pic>
      <p:sp>
        <p:nvSpPr>
          <p:cNvPr id="36" name="Google Shape;1716;p103">
            <a:extLst>
              <a:ext uri="{FF2B5EF4-FFF2-40B4-BE49-F238E27FC236}">
                <a16:creationId xmlns:a16="http://schemas.microsoft.com/office/drawing/2014/main" id="{60D83DC5-F4AB-7E99-688B-6B146ACC51F0}"/>
              </a:ext>
            </a:extLst>
          </p:cNvPr>
          <p:cNvSpPr txBox="1">
            <a:spLocks noGrp="1"/>
          </p:cNvSpPr>
          <p:nvPr>
            <p:ph type="subTitle" idx="1"/>
          </p:nvPr>
        </p:nvSpPr>
        <p:spPr>
          <a:xfrm flipH="1">
            <a:off x="1584768" y="1734697"/>
            <a:ext cx="1648500" cy="31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600" b="1" dirty="0">
                <a:solidFill>
                  <a:schemeClr val="bg2"/>
                </a:solidFill>
                <a:latin typeface="Lora" pitchFamily="2" charset="77"/>
              </a:rPr>
              <a:t>Debt</a:t>
            </a:r>
            <a:endParaRPr sz="1600" b="1" dirty="0">
              <a:solidFill>
                <a:schemeClr val="bg2"/>
              </a:solidFill>
              <a:latin typeface="Lora" pitchFamily="2" charset="77"/>
            </a:endParaRPr>
          </a:p>
        </p:txBody>
      </p:sp>
      <p:sp>
        <p:nvSpPr>
          <p:cNvPr id="37" name="Google Shape;1718;p103">
            <a:extLst>
              <a:ext uri="{FF2B5EF4-FFF2-40B4-BE49-F238E27FC236}">
                <a16:creationId xmlns:a16="http://schemas.microsoft.com/office/drawing/2014/main" id="{A09B49BA-F98C-3CCF-A251-3646EC9AB53A}"/>
              </a:ext>
            </a:extLst>
          </p:cNvPr>
          <p:cNvSpPr txBox="1">
            <a:spLocks/>
          </p:cNvSpPr>
          <p:nvPr/>
        </p:nvSpPr>
        <p:spPr>
          <a:xfrm flipH="1">
            <a:off x="1643174" y="2863412"/>
            <a:ext cx="1648500" cy="317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Lora"/>
              <a:buNone/>
              <a:defRPr sz="2500" b="1" i="0" u="none" strike="noStrike" cap="none">
                <a:solidFill>
                  <a:schemeClr val="lt1"/>
                </a:solidFill>
                <a:latin typeface="Lora"/>
                <a:ea typeface="Lora"/>
                <a:cs typeface="Lora"/>
                <a:sym typeface="Lora"/>
              </a:defRPr>
            </a:lvl1pPr>
            <a:lvl2pPr marR="0" lvl="1" algn="l" rtl="0">
              <a:lnSpc>
                <a:spcPct val="100000"/>
              </a:lnSpc>
              <a:spcBef>
                <a:spcPts val="0"/>
              </a:spcBef>
              <a:spcAft>
                <a:spcPts val="0"/>
              </a:spcAft>
              <a:buClr>
                <a:schemeClr val="lt1"/>
              </a:buClr>
              <a:buSzPts val="2400"/>
              <a:buFont typeface="Barlow Condensed ExtraBold"/>
              <a:buNone/>
              <a:defRPr sz="2400" b="0" i="0" u="none" strike="noStrike" cap="none">
                <a:solidFill>
                  <a:schemeClr val="lt1"/>
                </a:solidFill>
                <a:latin typeface="Barlow Condensed ExtraBold"/>
                <a:ea typeface="Barlow Condensed ExtraBold"/>
                <a:cs typeface="Barlow Condensed ExtraBold"/>
                <a:sym typeface="Barlow Condensed ExtraBold"/>
              </a:defRPr>
            </a:lvl2pPr>
            <a:lvl3pPr marR="0" lvl="2" algn="l" rtl="0">
              <a:lnSpc>
                <a:spcPct val="100000"/>
              </a:lnSpc>
              <a:spcBef>
                <a:spcPts val="0"/>
              </a:spcBef>
              <a:spcAft>
                <a:spcPts val="0"/>
              </a:spcAft>
              <a:buClr>
                <a:schemeClr val="lt1"/>
              </a:buClr>
              <a:buSzPts val="2400"/>
              <a:buFont typeface="Barlow Condensed ExtraBold"/>
              <a:buNone/>
              <a:defRPr sz="2400" b="0" i="0" u="none" strike="noStrike" cap="none">
                <a:solidFill>
                  <a:schemeClr val="lt1"/>
                </a:solidFill>
                <a:latin typeface="Barlow Condensed ExtraBold"/>
                <a:ea typeface="Barlow Condensed ExtraBold"/>
                <a:cs typeface="Barlow Condensed ExtraBold"/>
                <a:sym typeface="Barlow Condensed ExtraBold"/>
              </a:defRPr>
            </a:lvl3pPr>
            <a:lvl4pPr marR="0" lvl="3" algn="l" rtl="0">
              <a:lnSpc>
                <a:spcPct val="100000"/>
              </a:lnSpc>
              <a:spcBef>
                <a:spcPts val="0"/>
              </a:spcBef>
              <a:spcAft>
                <a:spcPts val="0"/>
              </a:spcAft>
              <a:buClr>
                <a:schemeClr val="lt1"/>
              </a:buClr>
              <a:buSzPts val="2400"/>
              <a:buFont typeface="Barlow Condensed ExtraBold"/>
              <a:buNone/>
              <a:defRPr sz="2400" b="0" i="0" u="none" strike="noStrike" cap="none">
                <a:solidFill>
                  <a:schemeClr val="lt1"/>
                </a:solidFill>
                <a:latin typeface="Barlow Condensed ExtraBold"/>
                <a:ea typeface="Barlow Condensed ExtraBold"/>
                <a:cs typeface="Barlow Condensed ExtraBold"/>
                <a:sym typeface="Barlow Condensed ExtraBold"/>
              </a:defRPr>
            </a:lvl4pPr>
            <a:lvl5pPr marR="0" lvl="4" algn="l" rtl="0">
              <a:lnSpc>
                <a:spcPct val="100000"/>
              </a:lnSpc>
              <a:spcBef>
                <a:spcPts val="0"/>
              </a:spcBef>
              <a:spcAft>
                <a:spcPts val="0"/>
              </a:spcAft>
              <a:buClr>
                <a:schemeClr val="lt1"/>
              </a:buClr>
              <a:buSzPts val="2400"/>
              <a:buFont typeface="Barlow Condensed ExtraBold"/>
              <a:buNone/>
              <a:defRPr sz="2400" b="0" i="0" u="none" strike="noStrike" cap="none">
                <a:solidFill>
                  <a:schemeClr val="lt1"/>
                </a:solidFill>
                <a:latin typeface="Barlow Condensed ExtraBold"/>
                <a:ea typeface="Barlow Condensed ExtraBold"/>
                <a:cs typeface="Barlow Condensed ExtraBold"/>
                <a:sym typeface="Barlow Condensed ExtraBold"/>
              </a:defRPr>
            </a:lvl5pPr>
            <a:lvl6pPr marR="0" lvl="5" algn="l" rtl="0">
              <a:lnSpc>
                <a:spcPct val="100000"/>
              </a:lnSpc>
              <a:spcBef>
                <a:spcPts val="0"/>
              </a:spcBef>
              <a:spcAft>
                <a:spcPts val="0"/>
              </a:spcAft>
              <a:buClr>
                <a:schemeClr val="lt1"/>
              </a:buClr>
              <a:buSzPts val="2400"/>
              <a:buFont typeface="Barlow Condensed ExtraBold"/>
              <a:buNone/>
              <a:defRPr sz="2400" b="0" i="0" u="none" strike="noStrike" cap="none">
                <a:solidFill>
                  <a:schemeClr val="lt1"/>
                </a:solidFill>
                <a:latin typeface="Barlow Condensed ExtraBold"/>
                <a:ea typeface="Barlow Condensed ExtraBold"/>
                <a:cs typeface="Barlow Condensed ExtraBold"/>
                <a:sym typeface="Barlow Condensed ExtraBold"/>
              </a:defRPr>
            </a:lvl6pPr>
            <a:lvl7pPr marR="0" lvl="6" algn="l" rtl="0">
              <a:lnSpc>
                <a:spcPct val="100000"/>
              </a:lnSpc>
              <a:spcBef>
                <a:spcPts val="0"/>
              </a:spcBef>
              <a:spcAft>
                <a:spcPts val="0"/>
              </a:spcAft>
              <a:buClr>
                <a:schemeClr val="lt1"/>
              </a:buClr>
              <a:buSzPts val="2400"/>
              <a:buFont typeface="Barlow Condensed ExtraBold"/>
              <a:buNone/>
              <a:defRPr sz="2400" b="0" i="0" u="none" strike="noStrike" cap="none">
                <a:solidFill>
                  <a:schemeClr val="lt1"/>
                </a:solidFill>
                <a:latin typeface="Barlow Condensed ExtraBold"/>
                <a:ea typeface="Barlow Condensed ExtraBold"/>
                <a:cs typeface="Barlow Condensed ExtraBold"/>
                <a:sym typeface="Barlow Condensed ExtraBold"/>
              </a:defRPr>
            </a:lvl7pPr>
            <a:lvl8pPr marR="0" lvl="7" algn="l" rtl="0">
              <a:lnSpc>
                <a:spcPct val="100000"/>
              </a:lnSpc>
              <a:spcBef>
                <a:spcPts val="0"/>
              </a:spcBef>
              <a:spcAft>
                <a:spcPts val="0"/>
              </a:spcAft>
              <a:buClr>
                <a:schemeClr val="lt1"/>
              </a:buClr>
              <a:buSzPts val="2400"/>
              <a:buFont typeface="Barlow Condensed ExtraBold"/>
              <a:buNone/>
              <a:defRPr sz="2400" b="0" i="0" u="none" strike="noStrike" cap="none">
                <a:solidFill>
                  <a:schemeClr val="lt1"/>
                </a:solidFill>
                <a:latin typeface="Barlow Condensed ExtraBold"/>
                <a:ea typeface="Barlow Condensed ExtraBold"/>
                <a:cs typeface="Barlow Condensed ExtraBold"/>
                <a:sym typeface="Barlow Condensed ExtraBold"/>
              </a:defRPr>
            </a:lvl8pPr>
            <a:lvl9pPr marR="0" lvl="8" algn="l" rtl="0">
              <a:lnSpc>
                <a:spcPct val="100000"/>
              </a:lnSpc>
              <a:spcBef>
                <a:spcPts val="0"/>
              </a:spcBef>
              <a:spcAft>
                <a:spcPts val="0"/>
              </a:spcAft>
              <a:buClr>
                <a:schemeClr val="lt1"/>
              </a:buClr>
              <a:buSzPts val="2400"/>
              <a:buFont typeface="Barlow Condensed ExtraBold"/>
              <a:buNone/>
              <a:defRPr sz="2400" b="0" i="0" u="none" strike="noStrike" cap="none">
                <a:solidFill>
                  <a:schemeClr val="lt1"/>
                </a:solidFill>
                <a:latin typeface="Barlow Condensed ExtraBold"/>
                <a:ea typeface="Barlow Condensed ExtraBold"/>
                <a:cs typeface="Barlow Condensed ExtraBold"/>
                <a:sym typeface="Barlow Condensed ExtraBold"/>
              </a:defRPr>
            </a:lvl9pPr>
          </a:lstStyle>
          <a:p>
            <a:pPr algn="ctr"/>
            <a:r>
              <a:rPr lang="en-US" sz="1600" dirty="0">
                <a:solidFill>
                  <a:schemeClr val="bg2"/>
                </a:solidFill>
                <a:latin typeface="Lora" pitchFamily="2" charset="77"/>
              </a:rPr>
              <a:t>Pref Equity*</a:t>
            </a:r>
          </a:p>
        </p:txBody>
      </p:sp>
      <p:sp>
        <p:nvSpPr>
          <p:cNvPr id="38" name="Google Shape;1719;p103">
            <a:extLst>
              <a:ext uri="{FF2B5EF4-FFF2-40B4-BE49-F238E27FC236}">
                <a16:creationId xmlns:a16="http://schemas.microsoft.com/office/drawing/2014/main" id="{A33C8225-CDD0-96A9-1033-6232831294B2}"/>
              </a:ext>
            </a:extLst>
          </p:cNvPr>
          <p:cNvSpPr txBox="1">
            <a:spLocks/>
          </p:cNvSpPr>
          <p:nvPr/>
        </p:nvSpPr>
        <p:spPr>
          <a:xfrm>
            <a:off x="1496008" y="3947968"/>
            <a:ext cx="1633151" cy="317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2"/>
              </a:buClr>
              <a:buSzPts val="3500"/>
              <a:buFont typeface="Lora"/>
              <a:buNone/>
              <a:defRPr sz="3500" b="1" i="0" u="none" strike="noStrike" cap="none">
                <a:solidFill>
                  <a:schemeClr val="dk2"/>
                </a:solidFill>
                <a:latin typeface="Lora"/>
                <a:ea typeface="Lora"/>
                <a:cs typeface="Lora"/>
                <a:sym typeface="Lora"/>
              </a:defRPr>
            </a:lvl1pPr>
            <a:lvl2pPr marR="0" lvl="1" algn="r" rtl="0">
              <a:lnSpc>
                <a:spcPct val="100000"/>
              </a:lnSpc>
              <a:spcBef>
                <a:spcPts val="0"/>
              </a:spcBef>
              <a:spcAft>
                <a:spcPts val="0"/>
              </a:spcAft>
              <a:buClr>
                <a:schemeClr val="dk2"/>
              </a:buClr>
              <a:buSzPts val="3500"/>
              <a:buFont typeface="Barlow"/>
              <a:buNone/>
              <a:defRPr sz="3500" b="1" i="0" u="none" strike="noStrike" cap="none">
                <a:solidFill>
                  <a:schemeClr val="dk2"/>
                </a:solidFill>
                <a:latin typeface="Barlow"/>
                <a:ea typeface="Barlow"/>
                <a:cs typeface="Barlow"/>
                <a:sym typeface="Barlow"/>
              </a:defRPr>
            </a:lvl2pPr>
            <a:lvl3pPr marR="0" lvl="2" algn="r" rtl="0">
              <a:lnSpc>
                <a:spcPct val="100000"/>
              </a:lnSpc>
              <a:spcBef>
                <a:spcPts val="0"/>
              </a:spcBef>
              <a:spcAft>
                <a:spcPts val="0"/>
              </a:spcAft>
              <a:buClr>
                <a:schemeClr val="dk2"/>
              </a:buClr>
              <a:buSzPts val="3500"/>
              <a:buFont typeface="Barlow"/>
              <a:buNone/>
              <a:defRPr sz="3500" b="1" i="0" u="none" strike="noStrike" cap="none">
                <a:solidFill>
                  <a:schemeClr val="dk2"/>
                </a:solidFill>
                <a:latin typeface="Barlow"/>
                <a:ea typeface="Barlow"/>
                <a:cs typeface="Barlow"/>
                <a:sym typeface="Barlow"/>
              </a:defRPr>
            </a:lvl3pPr>
            <a:lvl4pPr marR="0" lvl="3" algn="r" rtl="0">
              <a:lnSpc>
                <a:spcPct val="100000"/>
              </a:lnSpc>
              <a:spcBef>
                <a:spcPts val="0"/>
              </a:spcBef>
              <a:spcAft>
                <a:spcPts val="0"/>
              </a:spcAft>
              <a:buClr>
                <a:schemeClr val="dk2"/>
              </a:buClr>
              <a:buSzPts val="3500"/>
              <a:buFont typeface="Barlow"/>
              <a:buNone/>
              <a:defRPr sz="3500" b="1" i="0" u="none" strike="noStrike" cap="none">
                <a:solidFill>
                  <a:schemeClr val="dk2"/>
                </a:solidFill>
                <a:latin typeface="Barlow"/>
                <a:ea typeface="Barlow"/>
                <a:cs typeface="Barlow"/>
                <a:sym typeface="Barlow"/>
              </a:defRPr>
            </a:lvl4pPr>
            <a:lvl5pPr marR="0" lvl="4" algn="r" rtl="0">
              <a:lnSpc>
                <a:spcPct val="100000"/>
              </a:lnSpc>
              <a:spcBef>
                <a:spcPts val="0"/>
              </a:spcBef>
              <a:spcAft>
                <a:spcPts val="0"/>
              </a:spcAft>
              <a:buClr>
                <a:schemeClr val="dk2"/>
              </a:buClr>
              <a:buSzPts val="3500"/>
              <a:buFont typeface="Barlow"/>
              <a:buNone/>
              <a:defRPr sz="3500" b="1" i="0" u="none" strike="noStrike" cap="none">
                <a:solidFill>
                  <a:schemeClr val="dk2"/>
                </a:solidFill>
                <a:latin typeface="Barlow"/>
                <a:ea typeface="Barlow"/>
                <a:cs typeface="Barlow"/>
                <a:sym typeface="Barlow"/>
              </a:defRPr>
            </a:lvl5pPr>
            <a:lvl6pPr marR="0" lvl="5" algn="r" rtl="0">
              <a:lnSpc>
                <a:spcPct val="100000"/>
              </a:lnSpc>
              <a:spcBef>
                <a:spcPts val="0"/>
              </a:spcBef>
              <a:spcAft>
                <a:spcPts val="0"/>
              </a:spcAft>
              <a:buClr>
                <a:schemeClr val="dk2"/>
              </a:buClr>
              <a:buSzPts val="3500"/>
              <a:buFont typeface="Barlow"/>
              <a:buNone/>
              <a:defRPr sz="3500" b="1" i="0" u="none" strike="noStrike" cap="none">
                <a:solidFill>
                  <a:schemeClr val="dk2"/>
                </a:solidFill>
                <a:latin typeface="Barlow"/>
                <a:ea typeface="Barlow"/>
                <a:cs typeface="Barlow"/>
                <a:sym typeface="Barlow"/>
              </a:defRPr>
            </a:lvl6pPr>
            <a:lvl7pPr marR="0" lvl="6" algn="r" rtl="0">
              <a:lnSpc>
                <a:spcPct val="100000"/>
              </a:lnSpc>
              <a:spcBef>
                <a:spcPts val="0"/>
              </a:spcBef>
              <a:spcAft>
                <a:spcPts val="0"/>
              </a:spcAft>
              <a:buClr>
                <a:schemeClr val="dk2"/>
              </a:buClr>
              <a:buSzPts val="3500"/>
              <a:buFont typeface="Barlow"/>
              <a:buNone/>
              <a:defRPr sz="3500" b="1" i="0" u="none" strike="noStrike" cap="none">
                <a:solidFill>
                  <a:schemeClr val="dk2"/>
                </a:solidFill>
                <a:latin typeface="Barlow"/>
                <a:ea typeface="Barlow"/>
                <a:cs typeface="Barlow"/>
                <a:sym typeface="Barlow"/>
              </a:defRPr>
            </a:lvl7pPr>
            <a:lvl8pPr marR="0" lvl="7" algn="r" rtl="0">
              <a:lnSpc>
                <a:spcPct val="100000"/>
              </a:lnSpc>
              <a:spcBef>
                <a:spcPts val="0"/>
              </a:spcBef>
              <a:spcAft>
                <a:spcPts val="0"/>
              </a:spcAft>
              <a:buClr>
                <a:schemeClr val="dk2"/>
              </a:buClr>
              <a:buSzPts val="3500"/>
              <a:buFont typeface="Barlow"/>
              <a:buNone/>
              <a:defRPr sz="3500" b="1" i="0" u="none" strike="noStrike" cap="none">
                <a:solidFill>
                  <a:schemeClr val="dk2"/>
                </a:solidFill>
                <a:latin typeface="Barlow"/>
                <a:ea typeface="Barlow"/>
                <a:cs typeface="Barlow"/>
                <a:sym typeface="Barlow"/>
              </a:defRPr>
            </a:lvl8pPr>
            <a:lvl9pPr marR="0" lvl="8" algn="r" rtl="0">
              <a:lnSpc>
                <a:spcPct val="100000"/>
              </a:lnSpc>
              <a:spcBef>
                <a:spcPts val="0"/>
              </a:spcBef>
              <a:spcAft>
                <a:spcPts val="0"/>
              </a:spcAft>
              <a:buClr>
                <a:schemeClr val="dk2"/>
              </a:buClr>
              <a:buSzPts val="3500"/>
              <a:buFont typeface="Barlow"/>
              <a:buNone/>
              <a:defRPr sz="3500" b="1" i="0" u="none" strike="noStrike" cap="none">
                <a:solidFill>
                  <a:schemeClr val="dk2"/>
                </a:solidFill>
                <a:latin typeface="Barlow"/>
                <a:ea typeface="Barlow"/>
                <a:cs typeface="Barlow"/>
                <a:sym typeface="Barlow"/>
              </a:defRPr>
            </a:lvl9pPr>
          </a:lstStyle>
          <a:p>
            <a:pPr algn="ctr"/>
            <a:r>
              <a:rPr lang="en-US" sz="1600" dirty="0">
                <a:solidFill>
                  <a:schemeClr val="bg2"/>
                </a:solidFill>
                <a:latin typeface="Lora" pitchFamily="2" charset="77"/>
              </a:rPr>
              <a:t>LP/GP Equity</a:t>
            </a:r>
          </a:p>
        </p:txBody>
      </p:sp>
      <p:sp>
        <p:nvSpPr>
          <p:cNvPr id="2" name="Google Shape;1718;p103">
            <a:extLst>
              <a:ext uri="{FF2B5EF4-FFF2-40B4-BE49-F238E27FC236}">
                <a16:creationId xmlns:a16="http://schemas.microsoft.com/office/drawing/2014/main" id="{045B93E9-5B94-AEAE-246A-9FE24DF5B6F5}"/>
              </a:ext>
            </a:extLst>
          </p:cNvPr>
          <p:cNvSpPr txBox="1">
            <a:spLocks/>
          </p:cNvSpPr>
          <p:nvPr/>
        </p:nvSpPr>
        <p:spPr>
          <a:xfrm flipH="1">
            <a:off x="4675574" y="2860860"/>
            <a:ext cx="3302026" cy="317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500"/>
              <a:buFont typeface="Lora"/>
              <a:buNone/>
              <a:defRPr sz="2500" b="1" i="0" u="none" strike="noStrike" cap="none">
                <a:solidFill>
                  <a:schemeClr val="lt1"/>
                </a:solidFill>
                <a:latin typeface="Lora"/>
                <a:ea typeface="Lora"/>
                <a:cs typeface="Lora"/>
                <a:sym typeface="Lora"/>
              </a:defRPr>
            </a:lvl1pPr>
            <a:lvl2pPr marR="0" lvl="1" algn="l" rtl="0">
              <a:lnSpc>
                <a:spcPct val="100000"/>
              </a:lnSpc>
              <a:spcBef>
                <a:spcPts val="0"/>
              </a:spcBef>
              <a:spcAft>
                <a:spcPts val="0"/>
              </a:spcAft>
              <a:buClr>
                <a:schemeClr val="lt1"/>
              </a:buClr>
              <a:buSzPts val="2400"/>
              <a:buFont typeface="Barlow Condensed ExtraBold"/>
              <a:buNone/>
              <a:defRPr sz="2400" b="0" i="0" u="none" strike="noStrike" cap="none">
                <a:solidFill>
                  <a:schemeClr val="lt1"/>
                </a:solidFill>
                <a:latin typeface="Barlow Condensed ExtraBold"/>
                <a:ea typeface="Barlow Condensed ExtraBold"/>
                <a:cs typeface="Barlow Condensed ExtraBold"/>
                <a:sym typeface="Barlow Condensed ExtraBold"/>
              </a:defRPr>
            </a:lvl2pPr>
            <a:lvl3pPr marR="0" lvl="2" algn="l" rtl="0">
              <a:lnSpc>
                <a:spcPct val="100000"/>
              </a:lnSpc>
              <a:spcBef>
                <a:spcPts val="0"/>
              </a:spcBef>
              <a:spcAft>
                <a:spcPts val="0"/>
              </a:spcAft>
              <a:buClr>
                <a:schemeClr val="lt1"/>
              </a:buClr>
              <a:buSzPts val="2400"/>
              <a:buFont typeface="Barlow Condensed ExtraBold"/>
              <a:buNone/>
              <a:defRPr sz="2400" b="0" i="0" u="none" strike="noStrike" cap="none">
                <a:solidFill>
                  <a:schemeClr val="lt1"/>
                </a:solidFill>
                <a:latin typeface="Barlow Condensed ExtraBold"/>
                <a:ea typeface="Barlow Condensed ExtraBold"/>
                <a:cs typeface="Barlow Condensed ExtraBold"/>
                <a:sym typeface="Barlow Condensed ExtraBold"/>
              </a:defRPr>
            </a:lvl3pPr>
            <a:lvl4pPr marR="0" lvl="3" algn="l" rtl="0">
              <a:lnSpc>
                <a:spcPct val="100000"/>
              </a:lnSpc>
              <a:spcBef>
                <a:spcPts val="0"/>
              </a:spcBef>
              <a:spcAft>
                <a:spcPts val="0"/>
              </a:spcAft>
              <a:buClr>
                <a:schemeClr val="lt1"/>
              </a:buClr>
              <a:buSzPts val="2400"/>
              <a:buFont typeface="Barlow Condensed ExtraBold"/>
              <a:buNone/>
              <a:defRPr sz="2400" b="0" i="0" u="none" strike="noStrike" cap="none">
                <a:solidFill>
                  <a:schemeClr val="lt1"/>
                </a:solidFill>
                <a:latin typeface="Barlow Condensed ExtraBold"/>
                <a:ea typeface="Barlow Condensed ExtraBold"/>
                <a:cs typeface="Barlow Condensed ExtraBold"/>
                <a:sym typeface="Barlow Condensed ExtraBold"/>
              </a:defRPr>
            </a:lvl4pPr>
            <a:lvl5pPr marR="0" lvl="4" algn="l" rtl="0">
              <a:lnSpc>
                <a:spcPct val="100000"/>
              </a:lnSpc>
              <a:spcBef>
                <a:spcPts val="0"/>
              </a:spcBef>
              <a:spcAft>
                <a:spcPts val="0"/>
              </a:spcAft>
              <a:buClr>
                <a:schemeClr val="lt1"/>
              </a:buClr>
              <a:buSzPts val="2400"/>
              <a:buFont typeface="Barlow Condensed ExtraBold"/>
              <a:buNone/>
              <a:defRPr sz="2400" b="0" i="0" u="none" strike="noStrike" cap="none">
                <a:solidFill>
                  <a:schemeClr val="lt1"/>
                </a:solidFill>
                <a:latin typeface="Barlow Condensed ExtraBold"/>
                <a:ea typeface="Barlow Condensed ExtraBold"/>
                <a:cs typeface="Barlow Condensed ExtraBold"/>
                <a:sym typeface="Barlow Condensed ExtraBold"/>
              </a:defRPr>
            </a:lvl5pPr>
            <a:lvl6pPr marR="0" lvl="5" algn="l" rtl="0">
              <a:lnSpc>
                <a:spcPct val="100000"/>
              </a:lnSpc>
              <a:spcBef>
                <a:spcPts val="0"/>
              </a:spcBef>
              <a:spcAft>
                <a:spcPts val="0"/>
              </a:spcAft>
              <a:buClr>
                <a:schemeClr val="lt1"/>
              </a:buClr>
              <a:buSzPts val="2400"/>
              <a:buFont typeface="Barlow Condensed ExtraBold"/>
              <a:buNone/>
              <a:defRPr sz="2400" b="0" i="0" u="none" strike="noStrike" cap="none">
                <a:solidFill>
                  <a:schemeClr val="lt1"/>
                </a:solidFill>
                <a:latin typeface="Barlow Condensed ExtraBold"/>
                <a:ea typeface="Barlow Condensed ExtraBold"/>
                <a:cs typeface="Barlow Condensed ExtraBold"/>
                <a:sym typeface="Barlow Condensed ExtraBold"/>
              </a:defRPr>
            </a:lvl6pPr>
            <a:lvl7pPr marR="0" lvl="6" algn="l" rtl="0">
              <a:lnSpc>
                <a:spcPct val="100000"/>
              </a:lnSpc>
              <a:spcBef>
                <a:spcPts val="0"/>
              </a:spcBef>
              <a:spcAft>
                <a:spcPts val="0"/>
              </a:spcAft>
              <a:buClr>
                <a:schemeClr val="lt1"/>
              </a:buClr>
              <a:buSzPts val="2400"/>
              <a:buFont typeface="Barlow Condensed ExtraBold"/>
              <a:buNone/>
              <a:defRPr sz="2400" b="0" i="0" u="none" strike="noStrike" cap="none">
                <a:solidFill>
                  <a:schemeClr val="lt1"/>
                </a:solidFill>
                <a:latin typeface="Barlow Condensed ExtraBold"/>
                <a:ea typeface="Barlow Condensed ExtraBold"/>
                <a:cs typeface="Barlow Condensed ExtraBold"/>
                <a:sym typeface="Barlow Condensed ExtraBold"/>
              </a:defRPr>
            </a:lvl7pPr>
            <a:lvl8pPr marR="0" lvl="7" algn="l" rtl="0">
              <a:lnSpc>
                <a:spcPct val="100000"/>
              </a:lnSpc>
              <a:spcBef>
                <a:spcPts val="0"/>
              </a:spcBef>
              <a:spcAft>
                <a:spcPts val="0"/>
              </a:spcAft>
              <a:buClr>
                <a:schemeClr val="lt1"/>
              </a:buClr>
              <a:buSzPts val="2400"/>
              <a:buFont typeface="Barlow Condensed ExtraBold"/>
              <a:buNone/>
              <a:defRPr sz="2400" b="0" i="0" u="none" strike="noStrike" cap="none">
                <a:solidFill>
                  <a:schemeClr val="lt1"/>
                </a:solidFill>
                <a:latin typeface="Barlow Condensed ExtraBold"/>
                <a:ea typeface="Barlow Condensed ExtraBold"/>
                <a:cs typeface="Barlow Condensed ExtraBold"/>
                <a:sym typeface="Barlow Condensed ExtraBold"/>
              </a:defRPr>
            </a:lvl8pPr>
            <a:lvl9pPr marR="0" lvl="8" algn="l" rtl="0">
              <a:lnSpc>
                <a:spcPct val="100000"/>
              </a:lnSpc>
              <a:spcBef>
                <a:spcPts val="0"/>
              </a:spcBef>
              <a:spcAft>
                <a:spcPts val="0"/>
              </a:spcAft>
              <a:buClr>
                <a:schemeClr val="lt1"/>
              </a:buClr>
              <a:buSzPts val="2400"/>
              <a:buFont typeface="Barlow Condensed ExtraBold"/>
              <a:buNone/>
              <a:defRPr sz="2400" b="0" i="0" u="none" strike="noStrike" cap="none">
                <a:solidFill>
                  <a:schemeClr val="lt1"/>
                </a:solidFill>
                <a:latin typeface="Barlow Condensed ExtraBold"/>
                <a:ea typeface="Barlow Condensed ExtraBold"/>
                <a:cs typeface="Barlow Condensed ExtraBold"/>
                <a:sym typeface="Barlow Condensed ExtraBold"/>
              </a:defRPr>
            </a:lvl9pPr>
          </a:lstStyle>
          <a:p>
            <a:pPr algn="ctr"/>
            <a:r>
              <a:rPr lang="en-US" sz="1600" dirty="0">
                <a:solidFill>
                  <a:schemeClr val="bg2"/>
                </a:solidFill>
                <a:latin typeface="Lora" pitchFamily="2" charset="77"/>
              </a:rPr>
              <a:t>AI Gateway Fund</a:t>
            </a:r>
          </a:p>
        </p:txBody>
      </p:sp>
      <p:cxnSp>
        <p:nvCxnSpPr>
          <p:cNvPr id="5" name="Straight Arrow Connector 4">
            <a:extLst>
              <a:ext uri="{FF2B5EF4-FFF2-40B4-BE49-F238E27FC236}">
                <a16:creationId xmlns:a16="http://schemas.microsoft.com/office/drawing/2014/main" id="{CDC952A4-8A9E-4735-7AB6-B06CC7553D3F}"/>
              </a:ext>
            </a:extLst>
          </p:cNvPr>
          <p:cNvCxnSpPr>
            <a:cxnSpLocks/>
            <a:endCxn id="16" idx="1"/>
          </p:cNvCxnSpPr>
          <p:nvPr/>
        </p:nvCxnSpPr>
        <p:spPr>
          <a:xfrm flipH="1">
            <a:off x="4569469" y="3034026"/>
            <a:ext cx="650531"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0710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279305F-7A7A-090B-1CB4-B289295332B5}"/>
              </a:ext>
            </a:extLst>
          </p:cNvPr>
          <p:cNvSpPr/>
          <p:nvPr/>
        </p:nvSpPr>
        <p:spPr>
          <a:xfrm>
            <a:off x="342627" y="1080655"/>
            <a:ext cx="8458745" cy="368124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BEFFA6AE-9EC4-421A-A3D4-84919F4A873A}"/>
              </a:ext>
            </a:extLst>
          </p:cNvPr>
          <p:cNvSpPr>
            <a:spLocks noGrp="1"/>
          </p:cNvSpPr>
          <p:nvPr>
            <p:ph type="title"/>
          </p:nvPr>
        </p:nvSpPr>
        <p:spPr/>
        <p:txBody>
          <a:bodyPr/>
          <a:lstStyle/>
          <a:p>
            <a:r>
              <a:rPr lang="en-US" dirty="0"/>
              <a:t>Investor Returns</a:t>
            </a:r>
          </a:p>
        </p:txBody>
      </p:sp>
      <p:pic>
        <p:nvPicPr>
          <p:cNvPr id="14" name="Picture 13">
            <a:extLst>
              <a:ext uri="{FF2B5EF4-FFF2-40B4-BE49-F238E27FC236}">
                <a16:creationId xmlns:a16="http://schemas.microsoft.com/office/drawing/2014/main" id="{39401A61-F7E1-4E31-E71D-290C4B7B1CA5}"/>
              </a:ext>
            </a:extLst>
          </p:cNvPr>
          <p:cNvPicPr>
            <a:picLocks noChangeAspect="1"/>
          </p:cNvPicPr>
          <p:nvPr/>
        </p:nvPicPr>
        <p:blipFill>
          <a:blip r:embed="rId2"/>
          <a:stretch>
            <a:fillRect/>
          </a:stretch>
        </p:blipFill>
        <p:spPr>
          <a:xfrm>
            <a:off x="4805610" y="1133869"/>
            <a:ext cx="3935840" cy="3595945"/>
          </a:xfrm>
          <a:prstGeom prst="rect">
            <a:avLst/>
          </a:prstGeom>
        </p:spPr>
      </p:pic>
      <p:pic>
        <p:nvPicPr>
          <p:cNvPr id="5" name="Picture 4" descr="A screenshot of a report&#10;&#10;Description automatically generated">
            <a:extLst>
              <a:ext uri="{FF2B5EF4-FFF2-40B4-BE49-F238E27FC236}">
                <a16:creationId xmlns:a16="http://schemas.microsoft.com/office/drawing/2014/main" id="{D9EA226C-030A-0ADC-0209-840B771D8E7D}"/>
              </a:ext>
            </a:extLst>
          </p:cNvPr>
          <p:cNvPicPr>
            <a:picLocks noChangeAspect="1"/>
          </p:cNvPicPr>
          <p:nvPr/>
        </p:nvPicPr>
        <p:blipFill>
          <a:blip r:embed="rId3"/>
          <a:stretch>
            <a:fillRect/>
          </a:stretch>
        </p:blipFill>
        <p:spPr>
          <a:xfrm>
            <a:off x="367129" y="1123305"/>
            <a:ext cx="4413979" cy="3595944"/>
          </a:xfrm>
          <a:prstGeom prst="rect">
            <a:avLst/>
          </a:prstGeom>
        </p:spPr>
      </p:pic>
    </p:spTree>
    <p:extLst>
      <p:ext uri="{BB962C8B-B14F-4D97-AF65-F5344CB8AC3E}">
        <p14:creationId xmlns:p14="http://schemas.microsoft.com/office/powerpoint/2010/main" val="2970067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cxnSp>
        <p:nvCxnSpPr>
          <p:cNvPr id="477" name="Google Shape;477;p60"/>
          <p:cNvCxnSpPr/>
          <p:nvPr/>
        </p:nvCxnSpPr>
        <p:spPr>
          <a:xfrm rot="10800000">
            <a:off x="3128556" y="2059150"/>
            <a:ext cx="377400" cy="0"/>
          </a:xfrm>
          <a:prstGeom prst="straightConnector1">
            <a:avLst/>
          </a:prstGeom>
          <a:noFill/>
          <a:ln w="28575" cap="flat" cmpd="sng">
            <a:solidFill>
              <a:schemeClr val="dk2"/>
            </a:solidFill>
            <a:prstDash val="solid"/>
            <a:round/>
            <a:headEnd type="oval" w="med" len="med"/>
            <a:tailEnd type="none" w="med" len="med"/>
          </a:ln>
        </p:spPr>
      </p:cxnSp>
      <p:cxnSp>
        <p:nvCxnSpPr>
          <p:cNvPr id="478" name="Google Shape;478;p60"/>
          <p:cNvCxnSpPr/>
          <p:nvPr/>
        </p:nvCxnSpPr>
        <p:spPr>
          <a:xfrm rot="10800000">
            <a:off x="3128556" y="2975237"/>
            <a:ext cx="377400" cy="0"/>
          </a:xfrm>
          <a:prstGeom prst="straightConnector1">
            <a:avLst/>
          </a:prstGeom>
          <a:noFill/>
          <a:ln w="28575" cap="flat" cmpd="sng">
            <a:solidFill>
              <a:schemeClr val="dk2"/>
            </a:solidFill>
            <a:prstDash val="solid"/>
            <a:round/>
            <a:headEnd type="oval" w="med" len="med"/>
            <a:tailEnd type="none" w="med" len="med"/>
          </a:ln>
        </p:spPr>
      </p:cxnSp>
      <p:cxnSp>
        <p:nvCxnSpPr>
          <p:cNvPr id="479" name="Google Shape;479;p60"/>
          <p:cNvCxnSpPr/>
          <p:nvPr/>
        </p:nvCxnSpPr>
        <p:spPr>
          <a:xfrm rot="10800000">
            <a:off x="3128556" y="3882274"/>
            <a:ext cx="377400" cy="0"/>
          </a:xfrm>
          <a:prstGeom prst="straightConnector1">
            <a:avLst/>
          </a:prstGeom>
          <a:noFill/>
          <a:ln w="28575" cap="flat" cmpd="sng">
            <a:solidFill>
              <a:schemeClr val="dk2"/>
            </a:solidFill>
            <a:prstDash val="solid"/>
            <a:round/>
            <a:headEnd type="oval" w="med" len="med"/>
            <a:tailEnd type="none" w="med" len="med"/>
          </a:ln>
        </p:spPr>
      </p:cxnSp>
      <p:sp>
        <p:nvSpPr>
          <p:cNvPr id="480" name="Google Shape;480;p60"/>
          <p:cNvSpPr txBox="1">
            <a:spLocks noGrp="1"/>
          </p:cNvSpPr>
          <p:nvPr>
            <p:ph type="title"/>
          </p:nvPr>
        </p:nvSpPr>
        <p:spPr>
          <a:xfrm>
            <a:off x="1412341" y="381600"/>
            <a:ext cx="7011709" cy="834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3000" dirty="0">
                <a:latin typeface="Lora"/>
                <a:ea typeface="Lora"/>
                <a:cs typeface="Lora"/>
                <a:sym typeface="Lora"/>
              </a:rPr>
              <a:t>Strengths, Risks, and Mitigates</a:t>
            </a:r>
            <a:endParaRPr sz="3000" dirty="0">
              <a:latin typeface="Lora"/>
              <a:ea typeface="Lora"/>
              <a:cs typeface="Lora"/>
              <a:sym typeface="Lora"/>
            </a:endParaRPr>
          </a:p>
        </p:txBody>
      </p:sp>
      <p:sp>
        <p:nvSpPr>
          <p:cNvPr id="481" name="Google Shape;481;p60"/>
          <p:cNvSpPr txBox="1"/>
          <p:nvPr/>
        </p:nvSpPr>
        <p:spPr>
          <a:xfrm>
            <a:off x="942975" y="1833150"/>
            <a:ext cx="1703100" cy="4572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FFFFFF"/>
                </a:solidFill>
                <a:latin typeface="Lora"/>
                <a:ea typeface="Lora"/>
                <a:cs typeface="Lora"/>
                <a:sym typeface="Lora"/>
              </a:rPr>
              <a:t>Pref Reserve</a:t>
            </a:r>
            <a:endParaRPr b="1" dirty="0">
              <a:solidFill>
                <a:srgbClr val="FFFFFF"/>
              </a:solidFill>
              <a:latin typeface="Lora"/>
              <a:ea typeface="Lora"/>
              <a:cs typeface="Lora"/>
              <a:sym typeface="Lora"/>
            </a:endParaRPr>
          </a:p>
        </p:txBody>
      </p:sp>
      <p:sp>
        <p:nvSpPr>
          <p:cNvPr id="482" name="Google Shape;482;p60"/>
          <p:cNvSpPr txBox="1"/>
          <p:nvPr/>
        </p:nvSpPr>
        <p:spPr>
          <a:xfrm>
            <a:off x="942975" y="2782857"/>
            <a:ext cx="1703100" cy="4572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FFFFFF"/>
                </a:solidFill>
                <a:latin typeface="Lora"/>
                <a:ea typeface="Lora"/>
                <a:cs typeface="Lora"/>
                <a:sym typeface="Lora"/>
              </a:rPr>
              <a:t>Paid First</a:t>
            </a:r>
            <a:endParaRPr b="1" dirty="0">
              <a:solidFill>
                <a:srgbClr val="FFFFFF"/>
              </a:solidFill>
              <a:latin typeface="Lora"/>
              <a:ea typeface="Lora"/>
              <a:cs typeface="Lora"/>
              <a:sym typeface="Lora"/>
            </a:endParaRPr>
          </a:p>
        </p:txBody>
      </p:sp>
      <p:sp>
        <p:nvSpPr>
          <p:cNvPr id="483" name="Google Shape;483;p60"/>
          <p:cNvSpPr txBox="1"/>
          <p:nvPr/>
        </p:nvSpPr>
        <p:spPr>
          <a:xfrm>
            <a:off x="942975" y="3696347"/>
            <a:ext cx="1703100" cy="4572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dirty="0">
                <a:solidFill>
                  <a:srgbClr val="FFFFFF"/>
                </a:solidFill>
                <a:latin typeface="Lora"/>
                <a:ea typeface="Lora"/>
                <a:cs typeface="Lora"/>
                <a:sym typeface="Lora"/>
              </a:rPr>
              <a:t>Exit Strategies</a:t>
            </a:r>
            <a:endParaRPr b="1" dirty="0">
              <a:solidFill>
                <a:srgbClr val="FFFFFF"/>
              </a:solidFill>
              <a:latin typeface="Lora"/>
              <a:ea typeface="Lora"/>
              <a:cs typeface="Lora"/>
              <a:sym typeface="Lora"/>
            </a:endParaRPr>
          </a:p>
        </p:txBody>
      </p:sp>
      <p:sp>
        <p:nvSpPr>
          <p:cNvPr id="484" name="Google Shape;484;p60"/>
          <p:cNvSpPr/>
          <p:nvPr/>
        </p:nvSpPr>
        <p:spPr>
          <a:xfrm>
            <a:off x="1173800" y="-152400"/>
            <a:ext cx="1956425" cy="5459550"/>
          </a:xfrm>
          <a:custGeom>
            <a:avLst/>
            <a:gdLst/>
            <a:ahLst/>
            <a:cxnLst/>
            <a:rect l="l" t="t" r="r" b="b"/>
            <a:pathLst>
              <a:path w="78257" h="218382" extrusionOk="0">
                <a:moveTo>
                  <a:pt x="0" y="0"/>
                </a:moveTo>
                <a:lnTo>
                  <a:pt x="78191" y="77703"/>
                </a:lnTo>
                <a:lnTo>
                  <a:pt x="78257" y="218382"/>
                </a:lnTo>
              </a:path>
            </a:pathLst>
          </a:custGeom>
          <a:noFill/>
          <a:ln w="28575" cap="flat" cmpd="sng">
            <a:solidFill>
              <a:schemeClr val="dk2"/>
            </a:solidFill>
            <a:prstDash val="solid"/>
            <a:round/>
            <a:headEnd type="none" w="med" len="med"/>
            <a:tailEnd type="none" w="med" len="med"/>
          </a:ln>
        </p:spPr>
        <p:txBody>
          <a:bodyPr/>
          <a:lstStyle/>
          <a:p>
            <a:endParaRPr lang="en-US" dirty="0"/>
          </a:p>
        </p:txBody>
      </p:sp>
      <p:sp>
        <p:nvSpPr>
          <p:cNvPr id="485" name="Google Shape;485;p60"/>
          <p:cNvSpPr txBox="1"/>
          <p:nvPr/>
        </p:nvSpPr>
        <p:spPr>
          <a:xfrm>
            <a:off x="3655399" y="2667057"/>
            <a:ext cx="4879002" cy="720900"/>
          </a:xfrm>
          <a:prstGeom prst="rect">
            <a:avLst/>
          </a:prstGeom>
          <a:noFill/>
          <a:ln>
            <a:noFill/>
          </a:ln>
        </p:spPr>
        <p:txBody>
          <a:bodyPr spcFirstLastPara="1" wrap="square" lIns="91425" tIns="91425" rIns="91425" bIns="91425" anchor="t" anchorCtr="0">
            <a:noAutofit/>
          </a:bodyPr>
          <a:lstStyle/>
          <a:p>
            <a:r>
              <a:rPr lang="en-US" sz="1800" dirty="0">
                <a:latin typeface="Calibri" panose="020F0502020204030204" pitchFamily="34" charset="0"/>
                <a:cs typeface="Calibri" panose="020F0502020204030204" pitchFamily="34" charset="0"/>
              </a:rPr>
              <a:t>AI Gateway investors will be the first in the equity stack to be paid out</a:t>
            </a:r>
          </a:p>
        </p:txBody>
      </p:sp>
      <p:sp>
        <p:nvSpPr>
          <p:cNvPr id="486" name="Google Shape;486;p60"/>
          <p:cNvSpPr txBox="1"/>
          <p:nvPr/>
        </p:nvSpPr>
        <p:spPr>
          <a:xfrm>
            <a:off x="3655399" y="1729638"/>
            <a:ext cx="5003692" cy="720900"/>
          </a:xfrm>
          <a:prstGeom prst="rect">
            <a:avLst/>
          </a:prstGeom>
          <a:noFill/>
          <a:ln>
            <a:noFill/>
          </a:ln>
        </p:spPr>
        <p:txBody>
          <a:bodyPr spcFirstLastPara="1" wrap="square" lIns="91425" tIns="91425" rIns="91425" bIns="91425" anchor="t" anchorCtr="0">
            <a:noAutofit/>
          </a:bodyPr>
          <a:lstStyle/>
          <a:p>
            <a:r>
              <a:rPr lang="en-US" sz="1800" dirty="0">
                <a:latin typeface="Calibri" panose="020F0502020204030204" pitchFamily="34" charset="0"/>
                <a:cs typeface="Calibri" panose="020F0502020204030204" pitchFamily="34" charset="0"/>
              </a:rPr>
              <a:t>Funds will be escrowed within the Development budget to ensure the monthly Current pay obligation is met for up to a two-year term.</a:t>
            </a:r>
          </a:p>
        </p:txBody>
      </p:sp>
      <p:sp>
        <p:nvSpPr>
          <p:cNvPr id="490" name="Google Shape;490;p60"/>
          <p:cNvSpPr txBox="1"/>
          <p:nvPr/>
        </p:nvSpPr>
        <p:spPr>
          <a:xfrm>
            <a:off x="3655398" y="3564131"/>
            <a:ext cx="4879001" cy="720900"/>
          </a:xfrm>
          <a:prstGeom prst="rect">
            <a:avLst/>
          </a:prstGeom>
          <a:noFill/>
          <a:ln>
            <a:noFill/>
          </a:ln>
        </p:spPr>
        <p:txBody>
          <a:bodyPr spcFirstLastPara="1" wrap="square" lIns="91425" tIns="91425" rIns="91425" bIns="91425" anchor="t" anchorCtr="0">
            <a:noAutofit/>
          </a:bodyPr>
          <a:lstStyle/>
          <a:p>
            <a:r>
              <a:rPr lang="en-US" sz="1800" dirty="0">
                <a:latin typeface="Calibri" panose="020F0502020204030204" pitchFamily="34" charset="0"/>
                <a:cs typeface="Calibri" panose="020F0502020204030204" pitchFamily="34" charset="0"/>
              </a:rPr>
              <a:t>Sale is estimated to generate adequate funds to fully repay the Preferred Equity investment with 5% pro-rata profit share </a:t>
            </a:r>
            <a:endParaRPr lang="en-US" sz="1800" b="1" dirty="0">
              <a:latin typeface="Calibri" panose="020F0502020204030204" pitchFamily="34" charset="0"/>
              <a:cs typeface="Calibri" panose="020F050202020403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20" name="Google Shape;320;p47"/>
          <p:cNvSpPr txBox="1">
            <a:spLocks noGrp="1"/>
          </p:cNvSpPr>
          <p:nvPr>
            <p:ph type="title"/>
          </p:nvPr>
        </p:nvSpPr>
        <p:spPr>
          <a:xfrm>
            <a:off x="2646000" y="99213"/>
            <a:ext cx="5778000" cy="599400"/>
          </a:xfrm>
          <a:prstGeom prst="rect">
            <a:avLst/>
          </a:prstGeom>
        </p:spPr>
        <p:txBody>
          <a:bodyPr spcFirstLastPara="1" wrap="square" lIns="91425" tIns="91425" rIns="91425" bIns="91425" anchor="t" anchorCtr="0">
            <a:noAutofit/>
          </a:bodyPr>
          <a:lstStyle/>
          <a:p>
            <a:r>
              <a:rPr lang="en" dirty="0">
                <a:latin typeface="Lora"/>
                <a:ea typeface="Lora"/>
                <a:cs typeface="Lora"/>
                <a:sym typeface="Lora"/>
              </a:rPr>
              <a:t> </a:t>
            </a:r>
            <a:r>
              <a:rPr lang="en" sz="2800" dirty="0">
                <a:latin typeface="Lora"/>
                <a:ea typeface="Lora"/>
                <a:cs typeface="Lora"/>
                <a:sym typeface="Lora"/>
              </a:rPr>
              <a:t>Project 1: </a:t>
            </a:r>
            <a:r>
              <a:rPr lang="en-US" sz="2800" dirty="0">
                <a:latin typeface="Lora"/>
                <a:ea typeface="Lora"/>
                <a:cs typeface="Lora"/>
                <a:sym typeface="Lora"/>
              </a:rPr>
              <a:t>Culpeper</a:t>
            </a:r>
            <a:r>
              <a:rPr lang="en-US" sz="2800" dirty="0">
                <a:latin typeface="Lora"/>
              </a:rPr>
              <a:t> AI Gateway  </a:t>
            </a:r>
            <a:endParaRPr sz="2800" dirty="0">
              <a:latin typeface="Lora"/>
              <a:ea typeface="Lora"/>
              <a:cs typeface="Lora"/>
              <a:sym typeface="Lora"/>
            </a:endParaRPr>
          </a:p>
        </p:txBody>
      </p:sp>
      <p:pic>
        <p:nvPicPr>
          <p:cNvPr id="20" name="Picture 19">
            <a:extLst>
              <a:ext uri="{FF2B5EF4-FFF2-40B4-BE49-F238E27FC236}">
                <a16:creationId xmlns:a16="http://schemas.microsoft.com/office/drawing/2014/main" id="{7CBF7FDE-1866-8C2A-EFE5-A3AD5683BA03}"/>
              </a:ext>
            </a:extLst>
          </p:cNvPr>
          <p:cNvPicPr>
            <a:picLocks noChangeAspect="1"/>
          </p:cNvPicPr>
          <p:nvPr/>
        </p:nvPicPr>
        <p:blipFill>
          <a:blip r:embed="rId3"/>
          <a:stretch>
            <a:fillRect/>
          </a:stretch>
        </p:blipFill>
        <p:spPr>
          <a:xfrm>
            <a:off x="276597" y="1327829"/>
            <a:ext cx="3717182" cy="3288436"/>
          </a:xfrm>
          <a:prstGeom prst="rect">
            <a:avLst/>
          </a:prstGeom>
        </p:spPr>
      </p:pic>
      <p:pic>
        <p:nvPicPr>
          <p:cNvPr id="21" name="Picture 20">
            <a:extLst>
              <a:ext uri="{FF2B5EF4-FFF2-40B4-BE49-F238E27FC236}">
                <a16:creationId xmlns:a16="http://schemas.microsoft.com/office/drawing/2014/main" id="{73C8A73B-3F04-EB4B-61AA-38698F79D9B8}"/>
              </a:ext>
            </a:extLst>
          </p:cNvPr>
          <p:cNvPicPr>
            <a:picLocks noChangeAspect="1"/>
          </p:cNvPicPr>
          <p:nvPr/>
        </p:nvPicPr>
        <p:blipFill>
          <a:blip r:embed="rId4"/>
          <a:stretch>
            <a:fillRect/>
          </a:stretch>
        </p:blipFill>
        <p:spPr>
          <a:xfrm>
            <a:off x="230335" y="4795998"/>
            <a:ext cx="1341236" cy="347502"/>
          </a:xfrm>
          <a:prstGeom prst="rect">
            <a:avLst/>
          </a:prstGeom>
        </p:spPr>
      </p:pic>
      <p:sp>
        <p:nvSpPr>
          <p:cNvPr id="23" name="TextBox 22">
            <a:extLst>
              <a:ext uri="{FF2B5EF4-FFF2-40B4-BE49-F238E27FC236}">
                <a16:creationId xmlns:a16="http://schemas.microsoft.com/office/drawing/2014/main" id="{387B51B5-6D76-6320-7469-2E2F4DFB6917}"/>
              </a:ext>
            </a:extLst>
          </p:cNvPr>
          <p:cNvSpPr txBox="1"/>
          <p:nvPr/>
        </p:nvSpPr>
        <p:spPr>
          <a:xfrm>
            <a:off x="4572000" y="1538842"/>
            <a:ext cx="4295403" cy="2893100"/>
          </a:xfrm>
          <a:prstGeom prst="rect">
            <a:avLst/>
          </a:prstGeom>
          <a:noFill/>
        </p:spPr>
        <p:txBody>
          <a:bodyPr wrap="square">
            <a:spAutoFit/>
          </a:bodyPr>
          <a:lstStyle/>
          <a:p>
            <a:r>
              <a:rPr lang="en-US" b="1" dirty="0"/>
              <a:t>Culpeper Site 1</a:t>
            </a:r>
          </a:p>
          <a:p>
            <a:pPr marL="285750" indent="-285750">
              <a:buFont typeface="Arial" panose="020B0604020202020204" pitchFamily="34" charset="0"/>
              <a:buChar char="•"/>
            </a:pPr>
            <a:r>
              <a:rPr lang="en-US" dirty="0"/>
              <a:t>Acquired – May 2024</a:t>
            </a:r>
          </a:p>
          <a:p>
            <a:pPr marL="285750" indent="-285750">
              <a:buFont typeface="Arial" panose="020B0604020202020204" pitchFamily="34" charset="0"/>
              <a:buChar char="•"/>
            </a:pPr>
            <a:r>
              <a:rPr lang="en-US" dirty="0"/>
              <a:t>Currently in Site Plan Design Execution</a:t>
            </a:r>
          </a:p>
          <a:p>
            <a:pPr marL="285750" indent="-285750">
              <a:buFont typeface="Arial" panose="020B0604020202020204" pitchFamily="34" charset="0"/>
              <a:buChar char="•"/>
            </a:pPr>
            <a:r>
              <a:rPr lang="en-US" dirty="0"/>
              <a:t>Small scale approval received – July 2024</a:t>
            </a:r>
          </a:p>
          <a:p>
            <a:pPr marL="285750" indent="-285750">
              <a:buFont typeface="Arial" panose="020B0604020202020204" pitchFamily="34" charset="0"/>
              <a:buChar char="•"/>
            </a:pPr>
            <a:r>
              <a:rPr lang="en-US" dirty="0"/>
              <a:t>Full scale approval received – Feb 2025</a:t>
            </a:r>
          </a:p>
          <a:p>
            <a:endParaRPr lang="en-US" dirty="0"/>
          </a:p>
          <a:p>
            <a:r>
              <a:rPr lang="en-US" b="1" dirty="0"/>
              <a:t>Culpeper Site 2</a:t>
            </a:r>
          </a:p>
          <a:p>
            <a:pPr marL="285750" indent="-285750">
              <a:buFont typeface="Arial" panose="020B0604020202020204" pitchFamily="34" charset="0"/>
              <a:buChar char="•"/>
            </a:pPr>
            <a:r>
              <a:rPr lang="en-US" dirty="0"/>
              <a:t>Under Contract – Aug 2024</a:t>
            </a:r>
          </a:p>
          <a:p>
            <a:pPr marL="285750" indent="-285750">
              <a:buFont typeface="Arial" panose="020B0604020202020204" pitchFamily="34" charset="0"/>
              <a:buChar char="•"/>
            </a:pPr>
            <a:r>
              <a:rPr lang="en-US" dirty="0"/>
              <a:t>Target of opportunity to acquire 68-acre parcel</a:t>
            </a:r>
          </a:p>
          <a:p>
            <a:pPr marL="285750" indent="-285750">
              <a:buFont typeface="Arial" panose="020B0604020202020204" pitchFamily="34" charset="0"/>
              <a:buChar char="•"/>
            </a:pPr>
            <a:r>
              <a:rPr lang="en-US" dirty="0"/>
              <a:t>Due Diligence ended – Nov 2024</a:t>
            </a:r>
          </a:p>
          <a:p>
            <a:pPr marL="285750" indent="-285750">
              <a:buFont typeface="Arial" panose="020B0604020202020204" pitchFamily="34" charset="0"/>
              <a:buChar char="•"/>
            </a:pPr>
            <a:r>
              <a:rPr lang="en-US" dirty="0"/>
              <a:t>Closing anticipated – Oct 2026 </a:t>
            </a:r>
          </a:p>
          <a:p>
            <a:pPr marL="285750" indent="-285750">
              <a:buFont typeface="Arial" panose="020B0604020202020204" pitchFamily="34" charset="0"/>
              <a:buChar char="•"/>
            </a:pPr>
            <a:r>
              <a:rPr lang="en-US" dirty="0"/>
              <a:t>Zoned Heavy Industrial</a:t>
            </a:r>
          </a:p>
          <a:p>
            <a:pPr marL="285750" indent="-285750">
              <a:buFont typeface="Arial" panose="020B0604020202020204" pitchFamily="34" charset="0"/>
              <a:buChar char="•"/>
            </a:pPr>
            <a:r>
              <a:rPr lang="en-US" dirty="0"/>
              <a:t>Allows for Data Center Execution</a:t>
            </a:r>
          </a:p>
        </p:txBody>
      </p:sp>
      <p:sp>
        <p:nvSpPr>
          <p:cNvPr id="24" name="TextBox 23">
            <a:extLst>
              <a:ext uri="{FF2B5EF4-FFF2-40B4-BE49-F238E27FC236}">
                <a16:creationId xmlns:a16="http://schemas.microsoft.com/office/drawing/2014/main" id="{CE00C1DA-3D65-24EB-BB07-7BFEE2237B3A}"/>
              </a:ext>
            </a:extLst>
          </p:cNvPr>
          <p:cNvSpPr txBox="1"/>
          <p:nvPr/>
        </p:nvSpPr>
        <p:spPr>
          <a:xfrm>
            <a:off x="4086244" y="1497189"/>
            <a:ext cx="393290" cy="369332"/>
          </a:xfrm>
          <a:prstGeom prst="rect">
            <a:avLst/>
          </a:prstGeom>
          <a:solidFill>
            <a:srgbClr val="FFFF00"/>
          </a:solidFill>
          <a:ln w="28575">
            <a:solidFill>
              <a:schemeClr val="tx1"/>
            </a:solidFill>
          </a:ln>
        </p:spPr>
        <p:txBody>
          <a:bodyPr wrap="square" rtlCol="0">
            <a:spAutoFit/>
          </a:bodyPr>
          <a:lstStyle/>
          <a:p>
            <a:r>
              <a:rPr lang="en-US" dirty="0"/>
              <a:t>1</a:t>
            </a:r>
          </a:p>
        </p:txBody>
      </p:sp>
      <p:sp>
        <p:nvSpPr>
          <p:cNvPr id="25" name="TextBox 24">
            <a:extLst>
              <a:ext uri="{FF2B5EF4-FFF2-40B4-BE49-F238E27FC236}">
                <a16:creationId xmlns:a16="http://schemas.microsoft.com/office/drawing/2014/main" id="{53CFCEAF-6492-9317-EA03-A62842A93F7F}"/>
              </a:ext>
            </a:extLst>
          </p:cNvPr>
          <p:cNvSpPr txBox="1"/>
          <p:nvPr/>
        </p:nvSpPr>
        <p:spPr>
          <a:xfrm>
            <a:off x="4104809" y="3114447"/>
            <a:ext cx="356161" cy="325065"/>
          </a:xfrm>
          <a:prstGeom prst="rect">
            <a:avLst/>
          </a:prstGeom>
          <a:solidFill>
            <a:srgbClr val="00B0F0"/>
          </a:solidFill>
          <a:ln w="28575">
            <a:solidFill>
              <a:schemeClr val="tx1"/>
            </a:solidFill>
          </a:ln>
        </p:spPr>
        <p:txBody>
          <a:bodyPr wrap="square" rtlCol="0">
            <a:spAutoFit/>
          </a:bodyPr>
          <a:lstStyle/>
          <a:p>
            <a:r>
              <a:rPr lang="en-US" dirty="0"/>
              <a:t>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pic>
        <p:nvPicPr>
          <p:cNvPr id="5" name="Picture 4">
            <a:extLst>
              <a:ext uri="{FF2B5EF4-FFF2-40B4-BE49-F238E27FC236}">
                <a16:creationId xmlns:a16="http://schemas.microsoft.com/office/drawing/2014/main" id="{34F721EE-BBDF-8309-0FCB-7AAD00C7FCAB}"/>
              </a:ext>
            </a:extLst>
          </p:cNvPr>
          <p:cNvPicPr>
            <a:picLocks noChangeAspect="1"/>
          </p:cNvPicPr>
          <p:nvPr/>
        </p:nvPicPr>
        <p:blipFill>
          <a:blip r:embed="rId3"/>
          <a:stretch>
            <a:fillRect/>
          </a:stretch>
        </p:blipFill>
        <p:spPr>
          <a:xfrm>
            <a:off x="170503" y="1015200"/>
            <a:ext cx="6342679" cy="3746700"/>
          </a:xfrm>
          <a:prstGeom prst="rect">
            <a:avLst/>
          </a:prstGeom>
          <a:ln w="19050">
            <a:solidFill>
              <a:schemeClr val="bg2"/>
            </a:solidFill>
          </a:ln>
        </p:spPr>
      </p:pic>
      <p:sp>
        <p:nvSpPr>
          <p:cNvPr id="400" name="Google Shape;400;p53"/>
          <p:cNvSpPr txBox="1">
            <a:spLocks noGrp="1"/>
          </p:cNvSpPr>
          <p:nvPr>
            <p:ph type="title"/>
          </p:nvPr>
        </p:nvSpPr>
        <p:spPr>
          <a:xfrm>
            <a:off x="1949824" y="381600"/>
            <a:ext cx="6661376" cy="834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latin typeface="Lora"/>
                <a:ea typeface="Lora"/>
                <a:cs typeface="Lora"/>
                <a:sym typeface="Lora"/>
              </a:rPr>
              <a:t>Culpeper AI Gateway</a:t>
            </a:r>
            <a:br>
              <a:rPr lang="en" dirty="0">
                <a:latin typeface="Lora"/>
                <a:ea typeface="Lora"/>
                <a:cs typeface="Lora"/>
                <a:sym typeface="Lora"/>
              </a:rPr>
            </a:br>
            <a:r>
              <a:rPr lang="en-US" sz="1800" dirty="0">
                <a:latin typeface="Lora"/>
                <a:ea typeface="Lora"/>
                <a:cs typeface="Lora"/>
                <a:sym typeface="Lora"/>
              </a:rPr>
              <a:t> </a:t>
            </a:r>
            <a:endParaRPr dirty="0">
              <a:latin typeface="Lora"/>
              <a:ea typeface="Lora"/>
              <a:cs typeface="Lora"/>
              <a:sym typeface="Lora"/>
            </a:endParaRPr>
          </a:p>
        </p:txBody>
      </p:sp>
      <p:pic>
        <p:nvPicPr>
          <p:cNvPr id="412" name="Google Shape;412;p53"/>
          <p:cNvPicPr preferRelativeResize="0"/>
          <p:nvPr/>
        </p:nvPicPr>
        <p:blipFill>
          <a:blip r:embed="rId4">
            <a:alphaModFix/>
          </a:blip>
          <a:stretch>
            <a:fillRect/>
          </a:stretch>
        </p:blipFill>
        <p:spPr>
          <a:xfrm>
            <a:off x="7441150" y="4562475"/>
            <a:ext cx="1343677" cy="341825"/>
          </a:xfrm>
          <a:prstGeom prst="rect">
            <a:avLst/>
          </a:prstGeom>
          <a:noFill/>
          <a:ln>
            <a:noFill/>
          </a:ln>
        </p:spPr>
      </p:pic>
      <p:sp>
        <p:nvSpPr>
          <p:cNvPr id="3" name="TextBox 2">
            <a:extLst>
              <a:ext uri="{FF2B5EF4-FFF2-40B4-BE49-F238E27FC236}">
                <a16:creationId xmlns:a16="http://schemas.microsoft.com/office/drawing/2014/main" id="{C2B0D1BF-7051-8A43-61E7-0AB213AEAB41}"/>
              </a:ext>
            </a:extLst>
          </p:cNvPr>
          <p:cNvSpPr txBox="1"/>
          <p:nvPr/>
        </p:nvSpPr>
        <p:spPr>
          <a:xfrm>
            <a:off x="6513182" y="2051596"/>
            <a:ext cx="2728800" cy="954107"/>
          </a:xfrm>
          <a:prstGeom prst="rect">
            <a:avLst/>
          </a:prstGeom>
          <a:noFill/>
        </p:spPr>
        <p:txBody>
          <a:bodyPr wrap="square">
            <a:spAutoFit/>
          </a:bodyPr>
          <a:lstStyle/>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Leverages Culpeper 1</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Desirable 300 MW site</a:t>
            </a:r>
          </a:p>
          <a:p>
            <a:pPr marL="28575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Permitted Use Zoning</a:t>
            </a:r>
          </a:p>
          <a:p>
            <a:pPr marL="285750" indent="-285750">
              <a:buFont typeface="Arial" panose="020B0604020202020204" pitchFamily="34" charset="0"/>
              <a:buChar char="•"/>
            </a:pPr>
            <a:endParaRPr lang="en-US"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Shape 283">
          <a:extLst>
            <a:ext uri="{FF2B5EF4-FFF2-40B4-BE49-F238E27FC236}">
              <a16:creationId xmlns:a16="http://schemas.microsoft.com/office/drawing/2014/main" id="{D578CBCA-BC13-E96A-C81C-06635EA41322}"/>
            </a:ext>
          </a:extLst>
        </p:cNvPr>
        <p:cNvGrpSpPr/>
        <p:nvPr/>
      </p:nvGrpSpPr>
      <p:grpSpPr>
        <a:xfrm>
          <a:off x="0" y="0"/>
          <a:ext cx="0" cy="0"/>
          <a:chOff x="0" y="0"/>
          <a:chExt cx="0" cy="0"/>
        </a:xfrm>
      </p:grpSpPr>
      <p:pic>
        <p:nvPicPr>
          <p:cNvPr id="285" name="Google Shape;285;p43">
            <a:extLst>
              <a:ext uri="{FF2B5EF4-FFF2-40B4-BE49-F238E27FC236}">
                <a16:creationId xmlns:a16="http://schemas.microsoft.com/office/drawing/2014/main" id="{FA25F8FF-6AAB-A1FE-13C2-EFA1CF5F0F1A}"/>
              </a:ext>
            </a:extLst>
          </p:cNvPr>
          <p:cNvPicPr preferRelativeResize="0"/>
          <p:nvPr/>
        </p:nvPicPr>
        <p:blipFill>
          <a:blip r:embed="rId4">
            <a:alphaModFix/>
          </a:blip>
          <a:stretch>
            <a:fillRect/>
          </a:stretch>
        </p:blipFill>
        <p:spPr>
          <a:xfrm>
            <a:off x="7015200" y="4538780"/>
            <a:ext cx="1446651" cy="368020"/>
          </a:xfrm>
          <a:prstGeom prst="rect">
            <a:avLst/>
          </a:prstGeom>
          <a:noFill/>
          <a:ln>
            <a:noFill/>
          </a:ln>
        </p:spPr>
      </p:pic>
      <p:pic>
        <p:nvPicPr>
          <p:cNvPr id="8" name="Picture 7">
            <a:extLst>
              <a:ext uri="{FF2B5EF4-FFF2-40B4-BE49-F238E27FC236}">
                <a16:creationId xmlns:a16="http://schemas.microsoft.com/office/drawing/2014/main" id="{BFE63588-F5B4-88F1-D7D1-F90BC97B5CB4}"/>
              </a:ext>
            </a:extLst>
          </p:cNvPr>
          <p:cNvPicPr>
            <a:picLocks noChangeAspect="1"/>
          </p:cNvPicPr>
          <p:nvPr/>
        </p:nvPicPr>
        <p:blipFill>
          <a:blip r:embed="rId5"/>
          <a:stretch>
            <a:fillRect/>
          </a:stretch>
        </p:blipFill>
        <p:spPr>
          <a:xfrm>
            <a:off x="57600" y="1422693"/>
            <a:ext cx="8020800" cy="2313103"/>
          </a:xfrm>
          <a:prstGeom prst="rect">
            <a:avLst/>
          </a:prstGeom>
        </p:spPr>
      </p:pic>
    </p:spTree>
    <p:extLst>
      <p:ext uri="{BB962C8B-B14F-4D97-AF65-F5344CB8AC3E}">
        <p14:creationId xmlns:p14="http://schemas.microsoft.com/office/powerpoint/2010/main" val="873367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8">
          <a:extLst>
            <a:ext uri="{FF2B5EF4-FFF2-40B4-BE49-F238E27FC236}">
              <a16:creationId xmlns:a16="http://schemas.microsoft.com/office/drawing/2014/main" id="{898D2F0A-6C34-FCD6-EDA2-89A56C2F1562}"/>
            </a:ext>
          </a:extLst>
        </p:cNvPr>
        <p:cNvGrpSpPr/>
        <p:nvPr/>
      </p:nvGrpSpPr>
      <p:grpSpPr>
        <a:xfrm>
          <a:off x="0" y="0"/>
          <a:ext cx="0" cy="0"/>
          <a:chOff x="0" y="0"/>
          <a:chExt cx="0" cy="0"/>
        </a:xfrm>
      </p:grpSpPr>
      <p:sp>
        <p:nvSpPr>
          <p:cNvPr id="320" name="Google Shape;320;p47">
            <a:extLst>
              <a:ext uri="{FF2B5EF4-FFF2-40B4-BE49-F238E27FC236}">
                <a16:creationId xmlns:a16="http://schemas.microsoft.com/office/drawing/2014/main" id="{BFECA76F-265D-82D3-2044-8B40B9920AD4}"/>
              </a:ext>
            </a:extLst>
          </p:cNvPr>
          <p:cNvSpPr txBox="1">
            <a:spLocks noGrp="1"/>
          </p:cNvSpPr>
          <p:nvPr>
            <p:ph type="title"/>
          </p:nvPr>
        </p:nvSpPr>
        <p:spPr>
          <a:xfrm>
            <a:off x="2646000" y="99213"/>
            <a:ext cx="5778000" cy="599400"/>
          </a:xfrm>
          <a:prstGeom prst="rect">
            <a:avLst/>
          </a:prstGeom>
        </p:spPr>
        <p:txBody>
          <a:bodyPr spcFirstLastPara="1" wrap="square" lIns="91425" tIns="91425" rIns="91425" bIns="91425" anchor="t" anchorCtr="0">
            <a:noAutofit/>
          </a:bodyPr>
          <a:lstStyle/>
          <a:p>
            <a:r>
              <a:rPr lang="en" dirty="0">
                <a:latin typeface="Lora"/>
                <a:ea typeface="Lora"/>
                <a:cs typeface="Lora"/>
                <a:sym typeface="Lora"/>
              </a:rPr>
              <a:t> </a:t>
            </a:r>
            <a:r>
              <a:rPr lang="en" sz="2800" dirty="0">
                <a:latin typeface="Lora"/>
                <a:ea typeface="Lora"/>
                <a:cs typeface="Lora"/>
                <a:sym typeface="Lora"/>
              </a:rPr>
              <a:t>Project 2: </a:t>
            </a:r>
            <a:r>
              <a:rPr lang="en-US" sz="2800" dirty="0">
                <a:latin typeface="Lora"/>
                <a:ea typeface="Lora"/>
                <a:cs typeface="Lora"/>
                <a:sym typeface="Lora"/>
              </a:rPr>
              <a:t>Old CC</a:t>
            </a:r>
            <a:r>
              <a:rPr lang="en-US" sz="2800" dirty="0">
                <a:latin typeface="Lora"/>
              </a:rPr>
              <a:t> AI Gateway  </a:t>
            </a:r>
            <a:endParaRPr sz="2800" dirty="0">
              <a:latin typeface="Lora"/>
              <a:ea typeface="Lora"/>
              <a:cs typeface="Lora"/>
              <a:sym typeface="Lora"/>
            </a:endParaRPr>
          </a:p>
        </p:txBody>
      </p:sp>
      <p:pic>
        <p:nvPicPr>
          <p:cNvPr id="21" name="Picture 20">
            <a:extLst>
              <a:ext uri="{FF2B5EF4-FFF2-40B4-BE49-F238E27FC236}">
                <a16:creationId xmlns:a16="http://schemas.microsoft.com/office/drawing/2014/main" id="{6B5BF15D-3F4C-D87F-3A92-347137DF69BD}"/>
              </a:ext>
            </a:extLst>
          </p:cNvPr>
          <p:cNvPicPr>
            <a:picLocks noChangeAspect="1"/>
          </p:cNvPicPr>
          <p:nvPr/>
        </p:nvPicPr>
        <p:blipFill>
          <a:blip r:embed="rId3"/>
          <a:stretch>
            <a:fillRect/>
          </a:stretch>
        </p:blipFill>
        <p:spPr>
          <a:xfrm>
            <a:off x="230335" y="4795998"/>
            <a:ext cx="1341236" cy="347502"/>
          </a:xfrm>
          <a:prstGeom prst="rect">
            <a:avLst/>
          </a:prstGeom>
        </p:spPr>
      </p:pic>
      <p:sp>
        <p:nvSpPr>
          <p:cNvPr id="23" name="TextBox 22">
            <a:extLst>
              <a:ext uri="{FF2B5EF4-FFF2-40B4-BE49-F238E27FC236}">
                <a16:creationId xmlns:a16="http://schemas.microsoft.com/office/drawing/2014/main" id="{84257DF3-4582-B48F-AAD5-9D218929E0A4}"/>
              </a:ext>
            </a:extLst>
          </p:cNvPr>
          <p:cNvSpPr txBox="1"/>
          <p:nvPr/>
        </p:nvSpPr>
        <p:spPr>
          <a:xfrm>
            <a:off x="4572000" y="1538842"/>
            <a:ext cx="4295403" cy="2893100"/>
          </a:xfrm>
          <a:prstGeom prst="rect">
            <a:avLst/>
          </a:prstGeom>
          <a:noFill/>
        </p:spPr>
        <p:txBody>
          <a:bodyPr wrap="square">
            <a:spAutoFit/>
          </a:bodyPr>
          <a:lstStyle/>
          <a:p>
            <a:r>
              <a:rPr lang="en-US" b="1" dirty="0"/>
              <a:t>Culpeper Site 1</a:t>
            </a:r>
          </a:p>
          <a:p>
            <a:pPr marL="285750" indent="-285750">
              <a:buFont typeface="Arial" panose="020B0604020202020204" pitchFamily="34" charset="0"/>
              <a:buChar char="•"/>
            </a:pPr>
            <a:r>
              <a:rPr lang="en-US" dirty="0"/>
              <a:t>Acquired – May 2024</a:t>
            </a:r>
          </a:p>
          <a:p>
            <a:pPr marL="285750" indent="-285750">
              <a:buFont typeface="Arial" panose="020B0604020202020204" pitchFamily="34" charset="0"/>
              <a:buChar char="•"/>
            </a:pPr>
            <a:r>
              <a:rPr lang="en-US" dirty="0"/>
              <a:t>Currently in Site Plan Design Execution</a:t>
            </a:r>
          </a:p>
          <a:p>
            <a:pPr marL="285750" indent="-285750">
              <a:buFont typeface="Arial" panose="020B0604020202020204" pitchFamily="34" charset="0"/>
              <a:buChar char="•"/>
            </a:pPr>
            <a:r>
              <a:rPr lang="en-US" dirty="0"/>
              <a:t>Small scale approval received – July 2024</a:t>
            </a:r>
          </a:p>
          <a:p>
            <a:pPr marL="285750" indent="-285750">
              <a:buFont typeface="Arial" panose="020B0604020202020204" pitchFamily="34" charset="0"/>
              <a:buChar char="•"/>
            </a:pPr>
            <a:r>
              <a:rPr lang="en-US" dirty="0"/>
              <a:t>Expected full scale approval – Feb 2025</a:t>
            </a:r>
          </a:p>
          <a:p>
            <a:endParaRPr lang="en-US" dirty="0"/>
          </a:p>
          <a:p>
            <a:r>
              <a:rPr lang="en-US" b="1" dirty="0"/>
              <a:t>Culpeper Site 2</a:t>
            </a:r>
          </a:p>
          <a:p>
            <a:pPr marL="285750" indent="-285750">
              <a:buFont typeface="Arial" panose="020B0604020202020204" pitchFamily="34" charset="0"/>
              <a:buChar char="•"/>
            </a:pPr>
            <a:r>
              <a:rPr lang="en-US" dirty="0"/>
              <a:t>Under Contract – Aug 2024</a:t>
            </a:r>
          </a:p>
          <a:p>
            <a:pPr marL="285750" indent="-285750">
              <a:buFont typeface="Arial" panose="020B0604020202020204" pitchFamily="34" charset="0"/>
              <a:buChar char="•"/>
            </a:pPr>
            <a:r>
              <a:rPr lang="en-US" dirty="0"/>
              <a:t>Target of opportunity to acquire 68-acre parcel</a:t>
            </a:r>
          </a:p>
          <a:p>
            <a:pPr marL="285750" indent="-285750">
              <a:buFont typeface="Arial" panose="020B0604020202020204" pitchFamily="34" charset="0"/>
              <a:buChar char="•"/>
            </a:pPr>
            <a:r>
              <a:rPr lang="en-US" dirty="0"/>
              <a:t>Due Diligence ends – Nov 2024</a:t>
            </a:r>
          </a:p>
          <a:p>
            <a:pPr marL="285750" indent="-285750">
              <a:buFont typeface="Arial" panose="020B0604020202020204" pitchFamily="34" charset="0"/>
              <a:buChar char="•"/>
            </a:pPr>
            <a:r>
              <a:rPr lang="en-US" dirty="0"/>
              <a:t>Closing anticipated – Oct 2026 </a:t>
            </a:r>
          </a:p>
          <a:p>
            <a:pPr marL="285750" indent="-285750">
              <a:buFont typeface="Arial" panose="020B0604020202020204" pitchFamily="34" charset="0"/>
              <a:buChar char="•"/>
            </a:pPr>
            <a:r>
              <a:rPr lang="en-US" dirty="0"/>
              <a:t>Zoned Heavy Industrial</a:t>
            </a:r>
          </a:p>
          <a:p>
            <a:pPr marL="285750" indent="-285750">
              <a:buFont typeface="Arial" panose="020B0604020202020204" pitchFamily="34" charset="0"/>
              <a:buChar char="•"/>
            </a:pPr>
            <a:r>
              <a:rPr lang="en-US" dirty="0"/>
              <a:t>Allows for Data Center Execution</a:t>
            </a:r>
          </a:p>
        </p:txBody>
      </p:sp>
      <p:sp>
        <p:nvSpPr>
          <p:cNvPr id="24" name="TextBox 23">
            <a:extLst>
              <a:ext uri="{FF2B5EF4-FFF2-40B4-BE49-F238E27FC236}">
                <a16:creationId xmlns:a16="http://schemas.microsoft.com/office/drawing/2014/main" id="{846C2823-689B-71F8-FC6C-92C1812A01E5}"/>
              </a:ext>
            </a:extLst>
          </p:cNvPr>
          <p:cNvSpPr txBox="1"/>
          <p:nvPr/>
        </p:nvSpPr>
        <p:spPr>
          <a:xfrm>
            <a:off x="4086244" y="1497189"/>
            <a:ext cx="393290" cy="369332"/>
          </a:xfrm>
          <a:prstGeom prst="rect">
            <a:avLst/>
          </a:prstGeom>
          <a:solidFill>
            <a:srgbClr val="FFFF00"/>
          </a:solidFill>
          <a:ln w="28575">
            <a:solidFill>
              <a:schemeClr val="tx1"/>
            </a:solidFill>
          </a:ln>
        </p:spPr>
        <p:txBody>
          <a:bodyPr wrap="square" rtlCol="0">
            <a:spAutoFit/>
          </a:bodyPr>
          <a:lstStyle/>
          <a:p>
            <a:r>
              <a:rPr lang="en-US" dirty="0"/>
              <a:t>1</a:t>
            </a:r>
          </a:p>
        </p:txBody>
      </p:sp>
      <p:sp>
        <p:nvSpPr>
          <p:cNvPr id="25" name="TextBox 24">
            <a:extLst>
              <a:ext uri="{FF2B5EF4-FFF2-40B4-BE49-F238E27FC236}">
                <a16:creationId xmlns:a16="http://schemas.microsoft.com/office/drawing/2014/main" id="{DB198FAB-38D0-757E-F54A-48DFA17BB28E}"/>
              </a:ext>
            </a:extLst>
          </p:cNvPr>
          <p:cNvSpPr txBox="1"/>
          <p:nvPr/>
        </p:nvSpPr>
        <p:spPr>
          <a:xfrm>
            <a:off x="4104809" y="3114447"/>
            <a:ext cx="356161" cy="325065"/>
          </a:xfrm>
          <a:prstGeom prst="rect">
            <a:avLst/>
          </a:prstGeom>
          <a:solidFill>
            <a:srgbClr val="00B0F0"/>
          </a:solidFill>
          <a:ln w="28575">
            <a:solidFill>
              <a:schemeClr val="tx1"/>
            </a:solidFill>
          </a:ln>
        </p:spPr>
        <p:txBody>
          <a:bodyPr wrap="square" rtlCol="0">
            <a:spAutoFit/>
          </a:bodyPr>
          <a:lstStyle/>
          <a:p>
            <a:r>
              <a:rPr lang="en-US" dirty="0"/>
              <a:t>2</a:t>
            </a:r>
          </a:p>
        </p:txBody>
      </p:sp>
      <p:pic>
        <p:nvPicPr>
          <p:cNvPr id="3" name="Picture 2">
            <a:extLst>
              <a:ext uri="{FF2B5EF4-FFF2-40B4-BE49-F238E27FC236}">
                <a16:creationId xmlns:a16="http://schemas.microsoft.com/office/drawing/2014/main" id="{DDEC4825-5E23-4CF9-6A7E-1FD005B47712}"/>
              </a:ext>
            </a:extLst>
          </p:cNvPr>
          <p:cNvPicPr>
            <a:picLocks noChangeAspect="1"/>
          </p:cNvPicPr>
          <p:nvPr/>
        </p:nvPicPr>
        <p:blipFill>
          <a:blip r:embed="rId4"/>
          <a:stretch>
            <a:fillRect/>
          </a:stretch>
        </p:blipFill>
        <p:spPr>
          <a:xfrm>
            <a:off x="313246" y="770825"/>
            <a:ext cx="8554157" cy="4273462"/>
          </a:xfrm>
          <a:prstGeom prst="rect">
            <a:avLst/>
          </a:prstGeom>
        </p:spPr>
      </p:pic>
    </p:spTree>
    <p:extLst>
      <p:ext uri="{BB962C8B-B14F-4D97-AF65-F5344CB8AC3E}">
        <p14:creationId xmlns:p14="http://schemas.microsoft.com/office/powerpoint/2010/main" val="4139151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8">
          <a:extLst>
            <a:ext uri="{FF2B5EF4-FFF2-40B4-BE49-F238E27FC236}">
              <a16:creationId xmlns:a16="http://schemas.microsoft.com/office/drawing/2014/main" id="{1884A452-FABB-37B0-DD99-4ABE29C1F15C}"/>
            </a:ext>
          </a:extLst>
        </p:cNvPr>
        <p:cNvGrpSpPr/>
        <p:nvPr/>
      </p:nvGrpSpPr>
      <p:grpSpPr>
        <a:xfrm>
          <a:off x="0" y="0"/>
          <a:ext cx="0" cy="0"/>
          <a:chOff x="0" y="0"/>
          <a:chExt cx="0" cy="0"/>
        </a:xfrm>
      </p:grpSpPr>
      <p:sp>
        <p:nvSpPr>
          <p:cNvPr id="320" name="Google Shape;320;p47">
            <a:extLst>
              <a:ext uri="{FF2B5EF4-FFF2-40B4-BE49-F238E27FC236}">
                <a16:creationId xmlns:a16="http://schemas.microsoft.com/office/drawing/2014/main" id="{1B38B94E-4DF9-7EF4-E7F9-32F6F5C6F251}"/>
              </a:ext>
            </a:extLst>
          </p:cNvPr>
          <p:cNvSpPr txBox="1">
            <a:spLocks noGrp="1"/>
          </p:cNvSpPr>
          <p:nvPr>
            <p:ph type="title"/>
          </p:nvPr>
        </p:nvSpPr>
        <p:spPr>
          <a:xfrm>
            <a:off x="2637200" y="99213"/>
            <a:ext cx="5778000" cy="599400"/>
          </a:xfrm>
          <a:prstGeom prst="rect">
            <a:avLst/>
          </a:prstGeom>
        </p:spPr>
        <p:txBody>
          <a:bodyPr spcFirstLastPara="1" wrap="square" lIns="91425" tIns="91425" rIns="91425" bIns="91425" anchor="t" anchorCtr="0">
            <a:noAutofit/>
          </a:bodyPr>
          <a:lstStyle/>
          <a:p>
            <a:r>
              <a:rPr lang="en" dirty="0">
                <a:latin typeface="Lora"/>
                <a:ea typeface="Lora"/>
                <a:cs typeface="Lora"/>
                <a:sym typeface="Lora"/>
              </a:rPr>
              <a:t> </a:t>
            </a:r>
            <a:r>
              <a:rPr lang="en" sz="2800" dirty="0">
                <a:latin typeface="Lora"/>
                <a:ea typeface="Lora"/>
                <a:cs typeface="Lora"/>
                <a:sym typeface="Lora"/>
              </a:rPr>
              <a:t> </a:t>
            </a:r>
            <a:r>
              <a:rPr lang="en-US" sz="2800" dirty="0">
                <a:latin typeface="Lora"/>
                <a:ea typeface="Lora"/>
                <a:cs typeface="Lora"/>
                <a:sym typeface="Lora"/>
              </a:rPr>
              <a:t>Old CC</a:t>
            </a:r>
            <a:r>
              <a:rPr lang="en-US" sz="2800" dirty="0">
                <a:latin typeface="Lora"/>
              </a:rPr>
              <a:t> Investment Highlights  </a:t>
            </a:r>
            <a:endParaRPr sz="2800" dirty="0">
              <a:latin typeface="Lora"/>
              <a:ea typeface="Lora"/>
              <a:cs typeface="Lora"/>
              <a:sym typeface="Lora"/>
            </a:endParaRPr>
          </a:p>
        </p:txBody>
      </p:sp>
      <p:pic>
        <p:nvPicPr>
          <p:cNvPr id="21" name="Picture 20">
            <a:extLst>
              <a:ext uri="{FF2B5EF4-FFF2-40B4-BE49-F238E27FC236}">
                <a16:creationId xmlns:a16="http://schemas.microsoft.com/office/drawing/2014/main" id="{51D888FC-09B9-4135-4CC4-F464137CD15D}"/>
              </a:ext>
            </a:extLst>
          </p:cNvPr>
          <p:cNvPicPr>
            <a:picLocks noChangeAspect="1"/>
          </p:cNvPicPr>
          <p:nvPr/>
        </p:nvPicPr>
        <p:blipFill>
          <a:blip r:embed="rId3"/>
          <a:stretch>
            <a:fillRect/>
          </a:stretch>
        </p:blipFill>
        <p:spPr>
          <a:xfrm>
            <a:off x="230335" y="4795998"/>
            <a:ext cx="1341236" cy="347502"/>
          </a:xfrm>
          <a:prstGeom prst="rect">
            <a:avLst/>
          </a:prstGeom>
        </p:spPr>
      </p:pic>
      <p:sp>
        <p:nvSpPr>
          <p:cNvPr id="23" name="TextBox 22">
            <a:extLst>
              <a:ext uri="{FF2B5EF4-FFF2-40B4-BE49-F238E27FC236}">
                <a16:creationId xmlns:a16="http://schemas.microsoft.com/office/drawing/2014/main" id="{CBB10A7B-DA67-DA4B-D43B-9C39B02AE57F}"/>
              </a:ext>
            </a:extLst>
          </p:cNvPr>
          <p:cNvSpPr txBox="1"/>
          <p:nvPr/>
        </p:nvSpPr>
        <p:spPr>
          <a:xfrm>
            <a:off x="4810672" y="1151342"/>
            <a:ext cx="4295403" cy="3539430"/>
          </a:xfrm>
          <a:prstGeom prst="rect">
            <a:avLst/>
          </a:prstGeom>
          <a:noFill/>
        </p:spPr>
        <p:txBody>
          <a:bodyPr wrap="square">
            <a:spAutoFit/>
          </a:bodyPr>
          <a:lstStyle/>
          <a:p>
            <a:r>
              <a:rPr lang="en-US" b="1" dirty="0"/>
              <a:t>Old CC Assemblage</a:t>
            </a:r>
          </a:p>
          <a:p>
            <a:pPr marL="285750" indent="-285750">
              <a:buFont typeface="Arial" panose="020B0604020202020204" pitchFamily="34" charset="0"/>
              <a:buChar char="•"/>
            </a:pPr>
            <a:r>
              <a:rPr lang="en-US" dirty="0"/>
              <a:t>658 Acres of vacant Land located in Caroline County, which is one of the region’s most promising growth corridors</a:t>
            </a:r>
          </a:p>
          <a:p>
            <a:pPr marL="285750" indent="-285750">
              <a:buFont typeface="Arial" panose="020B0604020202020204" pitchFamily="34" charset="0"/>
              <a:buChar char="•"/>
            </a:pPr>
            <a:r>
              <a:rPr lang="en-US" dirty="0"/>
              <a:t>This area has already attracted significant investment with major </a:t>
            </a:r>
            <a:r>
              <a:rPr lang="en-US" dirty="0" err="1"/>
              <a:t>hyperscalers</a:t>
            </a:r>
            <a:r>
              <a:rPr lang="en-US" dirty="0"/>
              <a:t> like AWS</a:t>
            </a:r>
          </a:p>
          <a:p>
            <a:pPr marL="285750" indent="-285750">
              <a:buFont typeface="Arial" panose="020B0604020202020204" pitchFamily="34" charset="0"/>
              <a:buChar char="•"/>
            </a:pPr>
            <a:r>
              <a:rPr lang="en-US" dirty="0"/>
              <a:t>Old CC presents an opportunity to develop large hyperscale datacenter campuses directly between Fredericksburg and Richmond VA  </a:t>
            </a:r>
          </a:p>
          <a:p>
            <a:pPr marL="285750" indent="-285750">
              <a:buFont typeface="Arial" panose="020B0604020202020204" pitchFamily="34" charset="0"/>
              <a:buChar char="•"/>
            </a:pPr>
            <a:r>
              <a:rPr lang="en-US" dirty="0"/>
              <a:t>The Old CC Assemblage is located partially in the Carmel Church Growth Area and just outside of the Planned Innovation Research Tech (PIRT) zone.</a:t>
            </a:r>
          </a:p>
          <a:p>
            <a:pPr marL="285750" indent="-285750">
              <a:buFont typeface="Arial" panose="020B0604020202020204" pitchFamily="34" charset="0"/>
              <a:buChar char="•"/>
            </a:pPr>
            <a:r>
              <a:rPr lang="en-US" dirty="0"/>
              <a:t>This property has conveyed 10 acres to Rappahannock Electric Corp for a future substation</a:t>
            </a:r>
          </a:p>
        </p:txBody>
      </p:sp>
      <p:pic>
        <p:nvPicPr>
          <p:cNvPr id="9" name="Picture 8">
            <a:extLst>
              <a:ext uri="{FF2B5EF4-FFF2-40B4-BE49-F238E27FC236}">
                <a16:creationId xmlns:a16="http://schemas.microsoft.com/office/drawing/2014/main" id="{B9EBE1EF-0D79-D407-1527-B5FA0A6025B6}"/>
              </a:ext>
            </a:extLst>
          </p:cNvPr>
          <p:cNvPicPr>
            <a:picLocks noChangeAspect="1"/>
          </p:cNvPicPr>
          <p:nvPr/>
        </p:nvPicPr>
        <p:blipFill>
          <a:blip r:embed="rId4"/>
          <a:stretch>
            <a:fillRect/>
          </a:stretch>
        </p:blipFill>
        <p:spPr>
          <a:xfrm>
            <a:off x="37925" y="1151342"/>
            <a:ext cx="4698198" cy="3992158"/>
          </a:xfrm>
          <a:prstGeom prst="rect">
            <a:avLst/>
          </a:prstGeom>
        </p:spPr>
      </p:pic>
    </p:spTree>
    <p:extLst>
      <p:ext uri="{BB962C8B-B14F-4D97-AF65-F5344CB8AC3E}">
        <p14:creationId xmlns:p14="http://schemas.microsoft.com/office/powerpoint/2010/main" val="47336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8">
          <a:extLst>
            <a:ext uri="{FF2B5EF4-FFF2-40B4-BE49-F238E27FC236}">
              <a16:creationId xmlns:a16="http://schemas.microsoft.com/office/drawing/2014/main" id="{807DE47B-CC8F-BBD2-1603-9BB8434245E9}"/>
            </a:ext>
          </a:extLst>
        </p:cNvPr>
        <p:cNvGrpSpPr/>
        <p:nvPr/>
      </p:nvGrpSpPr>
      <p:grpSpPr>
        <a:xfrm>
          <a:off x="0" y="0"/>
          <a:ext cx="0" cy="0"/>
          <a:chOff x="0" y="0"/>
          <a:chExt cx="0" cy="0"/>
        </a:xfrm>
      </p:grpSpPr>
      <p:sp>
        <p:nvSpPr>
          <p:cNvPr id="320" name="Google Shape;320;p47">
            <a:extLst>
              <a:ext uri="{FF2B5EF4-FFF2-40B4-BE49-F238E27FC236}">
                <a16:creationId xmlns:a16="http://schemas.microsoft.com/office/drawing/2014/main" id="{1C760996-0740-803F-E2A7-966992570E48}"/>
              </a:ext>
            </a:extLst>
          </p:cNvPr>
          <p:cNvSpPr txBox="1">
            <a:spLocks noGrp="1"/>
          </p:cNvSpPr>
          <p:nvPr>
            <p:ph type="title"/>
          </p:nvPr>
        </p:nvSpPr>
        <p:spPr>
          <a:xfrm>
            <a:off x="2646000" y="99213"/>
            <a:ext cx="5778000" cy="599400"/>
          </a:xfrm>
          <a:prstGeom prst="rect">
            <a:avLst/>
          </a:prstGeom>
        </p:spPr>
        <p:txBody>
          <a:bodyPr spcFirstLastPara="1" wrap="square" lIns="91425" tIns="91425" rIns="91425" bIns="91425" anchor="t" anchorCtr="0">
            <a:noAutofit/>
          </a:bodyPr>
          <a:lstStyle/>
          <a:p>
            <a:r>
              <a:rPr lang="en" dirty="0">
                <a:latin typeface="Lora"/>
                <a:ea typeface="Lora"/>
                <a:cs typeface="Lora"/>
                <a:sym typeface="Lora"/>
              </a:rPr>
              <a:t> </a:t>
            </a:r>
            <a:r>
              <a:rPr lang="en-US" sz="2800" dirty="0">
                <a:latin typeface="Lora"/>
                <a:ea typeface="Lora"/>
                <a:cs typeface="Lora"/>
                <a:sym typeface="Lora"/>
              </a:rPr>
              <a:t>Old CC</a:t>
            </a:r>
            <a:r>
              <a:rPr lang="en-US" sz="2800" dirty="0">
                <a:latin typeface="Lora"/>
              </a:rPr>
              <a:t> Current Market  </a:t>
            </a:r>
            <a:endParaRPr sz="2800" dirty="0">
              <a:latin typeface="Lora"/>
              <a:ea typeface="Lora"/>
              <a:cs typeface="Lora"/>
              <a:sym typeface="Lora"/>
            </a:endParaRPr>
          </a:p>
        </p:txBody>
      </p:sp>
      <p:pic>
        <p:nvPicPr>
          <p:cNvPr id="21" name="Picture 20">
            <a:extLst>
              <a:ext uri="{FF2B5EF4-FFF2-40B4-BE49-F238E27FC236}">
                <a16:creationId xmlns:a16="http://schemas.microsoft.com/office/drawing/2014/main" id="{6CAE038D-9F32-4ACF-4434-15E14E60275B}"/>
              </a:ext>
            </a:extLst>
          </p:cNvPr>
          <p:cNvPicPr>
            <a:picLocks noChangeAspect="1"/>
          </p:cNvPicPr>
          <p:nvPr/>
        </p:nvPicPr>
        <p:blipFill>
          <a:blip r:embed="rId3"/>
          <a:stretch>
            <a:fillRect/>
          </a:stretch>
        </p:blipFill>
        <p:spPr>
          <a:xfrm>
            <a:off x="230335" y="4795998"/>
            <a:ext cx="1341236" cy="347502"/>
          </a:xfrm>
          <a:prstGeom prst="rect">
            <a:avLst/>
          </a:prstGeom>
        </p:spPr>
      </p:pic>
      <p:sp>
        <p:nvSpPr>
          <p:cNvPr id="23" name="TextBox 22">
            <a:extLst>
              <a:ext uri="{FF2B5EF4-FFF2-40B4-BE49-F238E27FC236}">
                <a16:creationId xmlns:a16="http://schemas.microsoft.com/office/drawing/2014/main" id="{9A02C5BD-65E3-712A-9BFA-EC75407D3498}"/>
              </a:ext>
            </a:extLst>
          </p:cNvPr>
          <p:cNvSpPr txBox="1"/>
          <p:nvPr/>
        </p:nvSpPr>
        <p:spPr>
          <a:xfrm>
            <a:off x="4572000" y="1538842"/>
            <a:ext cx="4295403" cy="2893100"/>
          </a:xfrm>
          <a:prstGeom prst="rect">
            <a:avLst/>
          </a:prstGeom>
          <a:noFill/>
        </p:spPr>
        <p:txBody>
          <a:bodyPr wrap="square">
            <a:spAutoFit/>
          </a:bodyPr>
          <a:lstStyle/>
          <a:p>
            <a:r>
              <a:rPr lang="en-US" b="1" dirty="0"/>
              <a:t>Culpeper Site 1</a:t>
            </a:r>
          </a:p>
          <a:p>
            <a:pPr marL="285750" indent="-285750">
              <a:buFont typeface="Arial" panose="020B0604020202020204" pitchFamily="34" charset="0"/>
              <a:buChar char="•"/>
            </a:pPr>
            <a:r>
              <a:rPr lang="en-US" dirty="0"/>
              <a:t>Acquired – May 2024</a:t>
            </a:r>
          </a:p>
          <a:p>
            <a:pPr marL="285750" indent="-285750">
              <a:buFont typeface="Arial" panose="020B0604020202020204" pitchFamily="34" charset="0"/>
              <a:buChar char="•"/>
            </a:pPr>
            <a:r>
              <a:rPr lang="en-US" dirty="0"/>
              <a:t>Currently in Site Plan Design Execution</a:t>
            </a:r>
          </a:p>
          <a:p>
            <a:pPr marL="285750" indent="-285750">
              <a:buFont typeface="Arial" panose="020B0604020202020204" pitchFamily="34" charset="0"/>
              <a:buChar char="•"/>
            </a:pPr>
            <a:r>
              <a:rPr lang="en-US" dirty="0"/>
              <a:t>Small scale approval received – July 2024</a:t>
            </a:r>
          </a:p>
          <a:p>
            <a:pPr marL="285750" indent="-285750">
              <a:buFont typeface="Arial" panose="020B0604020202020204" pitchFamily="34" charset="0"/>
              <a:buChar char="•"/>
            </a:pPr>
            <a:r>
              <a:rPr lang="en-US" dirty="0"/>
              <a:t>Expected full scale approval – Feb 2025</a:t>
            </a:r>
          </a:p>
          <a:p>
            <a:endParaRPr lang="en-US" dirty="0"/>
          </a:p>
          <a:p>
            <a:r>
              <a:rPr lang="en-US" b="1" dirty="0"/>
              <a:t>Culpeper Site 2</a:t>
            </a:r>
          </a:p>
          <a:p>
            <a:pPr marL="285750" indent="-285750">
              <a:buFont typeface="Arial" panose="020B0604020202020204" pitchFamily="34" charset="0"/>
              <a:buChar char="•"/>
            </a:pPr>
            <a:r>
              <a:rPr lang="en-US" dirty="0"/>
              <a:t>Under Contract – Aug 2024</a:t>
            </a:r>
          </a:p>
          <a:p>
            <a:pPr marL="285750" indent="-285750">
              <a:buFont typeface="Arial" panose="020B0604020202020204" pitchFamily="34" charset="0"/>
              <a:buChar char="•"/>
            </a:pPr>
            <a:r>
              <a:rPr lang="en-US" dirty="0"/>
              <a:t>Target of opportunity to acquire 68-acre parcel</a:t>
            </a:r>
          </a:p>
          <a:p>
            <a:pPr marL="285750" indent="-285750">
              <a:buFont typeface="Arial" panose="020B0604020202020204" pitchFamily="34" charset="0"/>
              <a:buChar char="•"/>
            </a:pPr>
            <a:r>
              <a:rPr lang="en-US" dirty="0"/>
              <a:t>Due Diligence ends – Nov 2024</a:t>
            </a:r>
          </a:p>
          <a:p>
            <a:pPr marL="285750" indent="-285750">
              <a:buFont typeface="Arial" panose="020B0604020202020204" pitchFamily="34" charset="0"/>
              <a:buChar char="•"/>
            </a:pPr>
            <a:r>
              <a:rPr lang="en-US" dirty="0"/>
              <a:t>Closing anticipated – Oct 2026 </a:t>
            </a:r>
          </a:p>
          <a:p>
            <a:pPr marL="285750" indent="-285750">
              <a:buFont typeface="Arial" panose="020B0604020202020204" pitchFamily="34" charset="0"/>
              <a:buChar char="•"/>
            </a:pPr>
            <a:r>
              <a:rPr lang="en-US" dirty="0"/>
              <a:t>Zoned Heavy Industrial</a:t>
            </a:r>
          </a:p>
          <a:p>
            <a:pPr marL="285750" indent="-285750">
              <a:buFont typeface="Arial" panose="020B0604020202020204" pitchFamily="34" charset="0"/>
              <a:buChar char="•"/>
            </a:pPr>
            <a:r>
              <a:rPr lang="en-US" dirty="0"/>
              <a:t>Allows for Data Center Execution</a:t>
            </a:r>
          </a:p>
        </p:txBody>
      </p:sp>
      <p:sp>
        <p:nvSpPr>
          <p:cNvPr id="24" name="TextBox 23">
            <a:extLst>
              <a:ext uri="{FF2B5EF4-FFF2-40B4-BE49-F238E27FC236}">
                <a16:creationId xmlns:a16="http://schemas.microsoft.com/office/drawing/2014/main" id="{FBB0DE7C-B083-F8F1-A32A-1B5775D730FE}"/>
              </a:ext>
            </a:extLst>
          </p:cNvPr>
          <p:cNvSpPr txBox="1"/>
          <p:nvPr/>
        </p:nvSpPr>
        <p:spPr>
          <a:xfrm>
            <a:off x="4086244" y="1497189"/>
            <a:ext cx="393290" cy="369332"/>
          </a:xfrm>
          <a:prstGeom prst="rect">
            <a:avLst/>
          </a:prstGeom>
          <a:solidFill>
            <a:srgbClr val="FFFF00"/>
          </a:solidFill>
          <a:ln w="28575">
            <a:solidFill>
              <a:schemeClr val="tx1"/>
            </a:solidFill>
          </a:ln>
        </p:spPr>
        <p:txBody>
          <a:bodyPr wrap="square" rtlCol="0">
            <a:spAutoFit/>
          </a:bodyPr>
          <a:lstStyle/>
          <a:p>
            <a:r>
              <a:rPr lang="en-US" dirty="0"/>
              <a:t>1</a:t>
            </a:r>
          </a:p>
        </p:txBody>
      </p:sp>
      <p:sp>
        <p:nvSpPr>
          <p:cNvPr id="25" name="TextBox 24">
            <a:extLst>
              <a:ext uri="{FF2B5EF4-FFF2-40B4-BE49-F238E27FC236}">
                <a16:creationId xmlns:a16="http://schemas.microsoft.com/office/drawing/2014/main" id="{01A00929-0893-2444-C0F2-A1F357A9F50E}"/>
              </a:ext>
            </a:extLst>
          </p:cNvPr>
          <p:cNvSpPr txBox="1"/>
          <p:nvPr/>
        </p:nvSpPr>
        <p:spPr>
          <a:xfrm>
            <a:off x="4104809" y="3114447"/>
            <a:ext cx="356161" cy="325065"/>
          </a:xfrm>
          <a:prstGeom prst="rect">
            <a:avLst/>
          </a:prstGeom>
          <a:solidFill>
            <a:srgbClr val="00B0F0"/>
          </a:solidFill>
          <a:ln w="28575">
            <a:solidFill>
              <a:schemeClr val="tx1"/>
            </a:solidFill>
          </a:ln>
        </p:spPr>
        <p:txBody>
          <a:bodyPr wrap="square" rtlCol="0">
            <a:spAutoFit/>
          </a:bodyPr>
          <a:lstStyle/>
          <a:p>
            <a:r>
              <a:rPr lang="en-US" dirty="0"/>
              <a:t>2</a:t>
            </a:r>
          </a:p>
        </p:txBody>
      </p:sp>
      <p:pic>
        <p:nvPicPr>
          <p:cNvPr id="5" name="Picture 4">
            <a:extLst>
              <a:ext uri="{FF2B5EF4-FFF2-40B4-BE49-F238E27FC236}">
                <a16:creationId xmlns:a16="http://schemas.microsoft.com/office/drawing/2014/main" id="{EB5300A4-DE3E-3F2E-C5C8-8EDFFBA4B6BC}"/>
              </a:ext>
            </a:extLst>
          </p:cNvPr>
          <p:cNvPicPr>
            <a:picLocks noChangeAspect="1"/>
          </p:cNvPicPr>
          <p:nvPr/>
        </p:nvPicPr>
        <p:blipFill>
          <a:blip r:embed="rId4"/>
          <a:stretch>
            <a:fillRect/>
          </a:stretch>
        </p:blipFill>
        <p:spPr>
          <a:xfrm>
            <a:off x="101600" y="711557"/>
            <a:ext cx="8765802" cy="4362917"/>
          </a:xfrm>
          <a:prstGeom prst="rect">
            <a:avLst/>
          </a:prstGeom>
        </p:spPr>
      </p:pic>
    </p:spTree>
    <p:extLst>
      <p:ext uri="{BB962C8B-B14F-4D97-AF65-F5344CB8AC3E}">
        <p14:creationId xmlns:p14="http://schemas.microsoft.com/office/powerpoint/2010/main" val="1830447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8">
          <a:extLst>
            <a:ext uri="{FF2B5EF4-FFF2-40B4-BE49-F238E27FC236}">
              <a16:creationId xmlns:a16="http://schemas.microsoft.com/office/drawing/2014/main" id="{B603315D-F585-41B9-88EF-3B943DA97787}"/>
            </a:ext>
          </a:extLst>
        </p:cNvPr>
        <p:cNvGrpSpPr/>
        <p:nvPr/>
      </p:nvGrpSpPr>
      <p:grpSpPr>
        <a:xfrm>
          <a:off x="0" y="0"/>
          <a:ext cx="0" cy="0"/>
          <a:chOff x="0" y="0"/>
          <a:chExt cx="0" cy="0"/>
        </a:xfrm>
      </p:grpSpPr>
      <p:sp>
        <p:nvSpPr>
          <p:cNvPr id="320" name="Google Shape;320;p47">
            <a:extLst>
              <a:ext uri="{FF2B5EF4-FFF2-40B4-BE49-F238E27FC236}">
                <a16:creationId xmlns:a16="http://schemas.microsoft.com/office/drawing/2014/main" id="{A7875F38-EB29-C9CE-C046-C1A5E813F8BF}"/>
              </a:ext>
            </a:extLst>
          </p:cNvPr>
          <p:cNvSpPr txBox="1">
            <a:spLocks noGrp="1"/>
          </p:cNvSpPr>
          <p:nvPr>
            <p:ph type="title"/>
          </p:nvPr>
        </p:nvSpPr>
        <p:spPr>
          <a:xfrm>
            <a:off x="2646000" y="99213"/>
            <a:ext cx="5778000" cy="599400"/>
          </a:xfrm>
          <a:prstGeom prst="rect">
            <a:avLst/>
          </a:prstGeom>
        </p:spPr>
        <p:txBody>
          <a:bodyPr spcFirstLastPara="1" wrap="square" lIns="91425" tIns="91425" rIns="91425" bIns="91425" anchor="t" anchorCtr="0">
            <a:noAutofit/>
          </a:bodyPr>
          <a:lstStyle/>
          <a:p>
            <a:r>
              <a:rPr lang="en" dirty="0">
                <a:latin typeface="Lora"/>
                <a:ea typeface="Lora"/>
                <a:cs typeface="Lora"/>
                <a:sym typeface="Lora"/>
              </a:rPr>
              <a:t> </a:t>
            </a:r>
            <a:r>
              <a:rPr lang="en-US" sz="2800" dirty="0">
                <a:latin typeface="Lora"/>
                <a:ea typeface="Lora"/>
                <a:cs typeface="Lora"/>
                <a:sym typeface="Lora"/>
              </a:rPr>
              <a:t>Old CC Assemblage</a:t>
            </a:r>
            <a:endParaRPr sz="2800" dirty="0">
              <a:latin typeface="Lora"/>
              <a:ea typeface="Lora"/>
              <a:cs typeface="Lora"/>
              <a:sym typeface="Lora"/>
            </a:endParaRPr>
          </a:p>
        </p:txBody>
      </p:sp>
      <p:pic>
        <p:nvPicPr>
          <p:cNvPr id="21" name="Picture 20">
            <a:extLst>
              <a:ext uri="{FF2B5EF4-FFF2-40B4-BE49-F238E27FC236}">
                <a16:creationId xmlns:a16="http://schemas.microsoft.com/office/drawing/2014/main" id="{A05CFC61-21A5-E802-E540-4937B3FE1352}"/>
              </a:ext>
            </a:extLst>
          </p:cNvPr>
          <p:cNvPicPr>
            <a:picLocks noChangeAspect="1"/>
          </p:cNvPicPr>
          <p:nvPr/>
        </p:nvPicPr>
        <p:blipFill>
          <a:blip r:embed="rId3"/>
          <a:stretch>
            <a:fillRect/>
          </a:stretch>
        </p:blipFill>
        <p:spPr>
          <a:xfrm>
            <a:off x="230335" y="4795998"/>
            <a:ext cx="1341236" cy="347502"/>
          </a:xfrm>
          <a:prstGeom prst="rect">
            <a:avLst/>
          </a:prstGeom>
        </p:spPr>
      </p:pic>
      <p:sp>
        <p:nvSpPr>
          <p:cNvPr id="23" name="TextBox 22">
            <a:extLst>
              <a:ext uri="{FF2B5EF4-FFF2-40B4-BE49-F238E27FC236}">
                <a16:creationId xmlns:a16="http://schemas.microsoft.com/office/drawing/2014/main" id="{0C6E9821-EEE9-8181-5A16-0A03C0236C96}"/>
              </a:ext>
            </a:extLst>
          </p:cNvPr>
          <p:cNvSpPr txBox="1"/>
          <p:nvPr/>
        </p:nvSpPr>
        <p:spPr>
          <a:xfrm>
            <a:off x="5020535" y="1781119"/>
            <a:ext cx="4295403" cy="2246769"/>
          </a:xfrm>
          <a:prstGeom prst="rect">
            <a:avLst/>
          </a:prstGeom>
          <a:noFill/>
        </p:spPr>
        <p:txBody>
          <a:bodyPr wrap="square">
            <a:spAutoFit/>
          </a:bodyPr>
          <a:lstStyle/>
          <a:p>
            <a:r>
              <a:rPr lang="en-US" b="1" dirty="0"/>
              <a:t>Old CC Timelines</a:t>
            </a:r>
          </a:p>
          <a:p>
            <a:pPr marL="285750" indent="-285750">
              <a:buFont typeface="Arial" panose="020B0604020202020204" pitchFamily="34" charset="0"/>
              <a:buChar char="•"/>
            </a:pPr>
            <a:r>
              <a:rPr lang="en-US" dirty="0"/>
              <a:t>Projected under contract -  May 2025</a:t>
            </a:r>
          </a:p>
          <a:p>
            <a:pPr marL="285750" indent="-285750">
              <a:buFont typeface="Arial" panose="020B0604020202020204" pitchFamily="34" charset="0"/>
              <a:buChar char="•"/>
            </a:pPr>
            <a:r>
              <a:rPr lang="en-US" dirty="0"/>
              <a:t>Rezoning Activities – May 2025 – April 2025</a:t>
            </a:r>
          </a:p>
          <a:p>
            <a:pPr marL="285750" indent="-285750">
              <a:buFont typeface="Arial" panose="020B0604020202020204" pitchFamily="34" charset="0"/>
              <a:buChar char="•"/>
            </a:pPr>
            <a:r>
              <a:rPr lang="en-US" dirty="0"/>
              <a:t>Zoning Approval May 2026</a:t>
            </a:r>
          </a:p>
          <a:p>
            <a:pPr marL="285750" indent="-285750">
              <a:buFont typeface="Arial" panose="020B0604020202020204" pitchFamily="34" charset="0"/>
              <a:buChar char="•"/>
            </a:pPr>
            <a:r>
              <a:rPr lang="en-US" dirty="0"/>
              <a:t>Sale to End User -  Dec 2026</a:t>
            </a:r>
          </a:p>
          <a:p>
            <a:endParaRPr lang="en-US" dirty="0"/>
          </a:p>
          <a:p>
            <a:r>
              <a:rPr lang="en-US" b="1" dirty="0"/>
              <a:t>Contract Terms:</a:t>
            </a:r>
          </a:p>
          <a:p>
            <a:pPr marL="285750" indent="-285750">
              <a:buFont typeface="Arial" panose="020B0604020202020204" pitchFamily="34" charset="0"/>
              <a:buChar char="•"/>
            </a:pPr>
            <a:r>
              <a:rPr lang="en-US" dirty="0"/>
              <a:t>Purchase at $52K an Acre</a:t>
            </a:r>
          </a:p>
          <a:p>
            <a:pPr marL="285750" indent="-285750">
              <a:buFont typeface="Arial" panose="020B0604020202020204" pitchFamily="34" charset="0"/>
              <a:buChar char="•"/>
            </a:pPr>
            <a:r>
              <a:rPr lang="en-US" dirty="0"/>
              <a:t>Sell ~$75K an Acre</a:t>
            </a:r>
          </a:p>
          <a:p>
            <a:pPr marL="285750" indent="-285750">
              <a:buFont typeface="Arial" panose="020B0604020202020204" pitchFamily="34" charset="0"/>
              <a:buChar char="•"/>
            </a:pPr>
            <a:r>
              <a:rPr lang="en-US" dirty="0"/>
              <a:t>Potential Profit: ~$20M</a:t>
            </a:r>
          </a:p>
        </p:txBody>
      </p:sp>
      <p:pic>
        <p:nvPicPr>
          <p:cNvPr id="4" name="Picture 3">
            <a:extLst>
              <a:ext uri="{FF2B5EF4-FFF2-40B4-BE49-F238E27FC236}">
                <a16:creationId xmlns:a16="http://schemas.microsoft.com/office/drawing/2014/main" id="{6707FB5A-B0E5-C511-3822-E1FB8377D4DF}"/>
              </a:ext>
            </a:extLst>
          </p:cNvPr>
          <p:cNvPicPr>
            <a:picLocks noChangeAspect="1"/>
          </p:cNvPicPr>
          <p:nvPr/>
        </p:nvPicPr>
        <p:blipFill>
          <a:blip r:embed="rId4"/>
          <a:stretch>
            <a:fillRect/>
          </a:stretch>
        </p:blipFill>
        <p:spPr>
          <a:xfrm>
            <a:off x="36251" y="1380586"/>
            <a:ext cx="4984284" cy="3737262"/>
          </a:xfrm>
          <a:prstGeom prst="rect">
            <a:avLst/>
          </a:prstGeom>
        </p:spPr>
      </p:pic>
    </p:spTree>
    <p:extLst>
      <p:ext uri="{BB962C8B-B14F-4D97-AF65-F5344CB8AC3E}">
        <p14:creationId xmlns:p14="http://schemas.microsoft.com/office/powerpoint/2010/main" val="22279673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8">
          <a:extLst>
            <a:ext uri="{FF2B5EF4-FFF2-40B4-BE49-F238E27FC236}">
              <a16:creationId xmlns:a16="http://schemas.microsoft.com/office/drawing/2014/main" id="{9F601280-174A-0E83-0667-4C8D56F98AC6}"/>
            </a:ext>
          </a:extLst>
        </p:cNvPr>
        <p:cNvGrpSpPr/>
        <p:nvPr/>
      </p:nvGrpSpPr>
      <p:grpSpPr>
        <a:xfrm>
          <a:off x="0" y="0"/>
          <a:ext cx="0" cy="0"/>
          <a:chOff x="0" y="0"/>
          <a:chExt cx="0" cy="0"/>
        </a:xfrm>
      </p:grpSpPr>
      <p:sp>
        <p:nvSpPr>
          <p:cNvPr id="320" name="Google Shape;320;p47">
            <a:extLst>
              <a:ext uri="{FF2B5EF4-FFF2-40B4-BE49-F238E27FC236}">
                <a16:creationId xmlns:a16="http://schemas.microsoft.com/office/drawing/2014/main" id="{3A89308A-B19E-ED36-952B-744A0F9C3452}"/>
              </a:ext>
            </a:extLst>
          </p:cNvPr>
          <p:cNvSpPr txBox="1">
            <a:spLocks noGrp="1"/>
          </p:cNvSpPr>
          <p:nvPr>
            <p:ph type="title"/>
          </p:nvPr>
        </p:nvSpPr>
        <p:spPr>
          <a:xfrm>
            <a:off x="2646000" y="99213"/>
            <a:ext cx="5778000" cy="599400"/>
          </a:xfrm>
          <a:prstGeom prst="rect">
            <a:avLst/>
          </a:prstGeom>
        </p:spPr>
        <p:txBody>
          <a:bodyPr spcFirstLastPara="1" wrap="square" lIns="91425" tIns="91425" rIns="91425" bIns="91425" anchor="t" anchorCtr="0">
            <a:noAutofit/>
          </a:bodyPr>
          <a:lstStyle/>
          <a:p>
            <a:r>
              <a:rPr lang="en" dirty="0">
                <a:latin typeface="Lora"/>
                <a:ea typeface="Lora"/>
                <a:cs typeface="Lora"/>
                <a:sym typeface="Lora"/>
              </a:rPr>
              <a:t> </a:t>
            </a:r>
            <a:r>
              <a:rPr lang="en-US" sz="2800" dirty="0">
                <a:latin typeface="Lora"/>
                <a:ea typeface="Lora"/>
                <a:cs typeface="Lora"/>
                <a:sym typeface="Lora"/>
              </a:rPr>
              <a:t>Old CC Assemblage</a:t>
            </a:r>
            <a:endParaRPr sz="2800" dirty="0">
              <a:latin typeface="Lora"/>
              <a:ea typeface="Lora"/>
              <a:cs typeface="Lora"/>
              <a:sym typeface="Lora"/>
            </a:endParaRPr>
          </a:p>
        </p:txBody>
      </p:sp>
      <p:pic>
        <p:nvPicPr>
          <p:cNvPr id="21" name="Picture 20">
            <a:extLst>
              <a:ext uri="{FF2B5EF4-FFF2-40B4-BE49-F238E27FC236}">
                <a16:creationId xmlns:a16="http://schemas.microsoft.com/office/drawing/2014/main" id="{9C42993B-6B38-76A1-0F55-0722F20F87BB}"/>
              </a:ext>
            </a:extLst>
          </p:cNvPr>
          <p:cNvPicPr>
            <a:picLocks noChangeAspect="1"/>
          </p:cNvPicPr>
          <p:nvPr/>
        </p:nvPicPr>
        <p:blipFill>
          <a:blip r:embed="rId3"/>
          <a:stretch>
            <a:fillRect/>
          </a:stretch>
        </p:blipFill>
        <p:spPr>
          <a:xfrm>
            <a:off x="230335" y="4795998"/>
            <a:ext cx="1341236" cy="347502"/>
          </a:xfrm>
          <a:prstGeom prst="rect">
            <a:avLst/>
          </a:prstGeom>
        </p:spPr>
      </p:pic>
      <p:sp>
        <p:nvSpPr>
          <p:cNvPr id="23" name="TextBox 22">
            <a:extLst>
              <a:ext uri="{FF2B5EF4-FFF2-40B4-BE49-F238E27FC236}">
                <a16:creationId xmlns:a16="http://schemas.microsoft.com/office/drawing/2014/main" id="{E8682B2D-8D8B-9197-F9A2-D3B13A61E85E}"/>
              </a:ext>
            </a:extLst>
          </p:cNvPr>
          <p:cNvSpPr txBox="1"/>
          <p:nvPr/>
        </p:nvSpPr>
        <p:spPr>
          <a:xfrm>
            <a:off x="4848597" y="1781119"/>
            <a:ext cx="4295403" cy="2246769"/>
          </a:xfrm>
          <a:prstGeom prst="rect">
            <a:avLst/>
          </a:prstGeom>
          <a:noFill/>
        </p:spPr>
        <p:txBody>
          <a:bodyPr wrap="square">
            <a:spAutoFit/>
          </a:bodyPr>
          <a:lstStyle/>
          <a:p>
            <a:r>
              <a:rPr lang="en-US" b="1" dirty="0"/>
              <a:t>Old CC Timelines</a:t>
            </a:r>
          </a:p>
          <a:p>
            <a:pPr marL="285750" indent="-285750">
              <a:buFont typeface="Arial" panose="020B0604020202020204" pitchFamily="34" charset="0"/>
              <a:buChar char="•"/>
            </a:pPr>
            <a:r>
              <a:rPr lang="en-US" dirty="0"/>
              <a:t>Projected under contract -  May 2025</a:t>
            </a:r>
          </a:p>
          <a:p>
            <a:pPr marL="285750" indent="-285750">
              <a:buFont typeface="Arial" panose="020B0604020202020204" pitchFamily="34" charset="0"/>
              <a:buChar char="•"/>
            </a:pPr>
            <a:r>
              <a:rPr lang="en-US" dirty="0"/>
              <a:t>Rezoning Activities – May 2025 – April 2025</a:t>
            </a:r>
          </a:p>
          <a:p>
            <a:pPr marL="285750" indent="-285750">
              <a:buFont typeface="Arial" panose="020B0604020202020204" pitchFamily="34" charset="0"/>
              <a:buChar char="•"/>
            </a:pPr>
            <a:r>
              <a:rPr lang="en-US" dirty="0"/>
              <a:t>Zoning Approval May 2026</a:t>
            </a:r>
          </a:p>
          <a:p>
            <a:pPr marL="285750" indent="-285750">
              <a:buFont typeface="Arial" panose="020B0604020202020204" pitchFamily="34" charset="0"/>
              <a:buChar char="•"/>
            </a:pPr>
            <a:r>
              <a:rPr lang="en-US" dirty="0"/>
              <a:t>Sale to End User -  Dec 2026</a:t>
            </a:r>
          </a:p>
          <a:p>
            <a:endParaRPr lang="en-US" dirty="0"/>
          </a:p>
          <a:p>
            <a:r>
              <a:rPr lang="en-US" b="1" dirty="0"/>
              <a:t>Contract Terms:</a:t>
            </a:r>
          </a:p>
          <a:p>
            <a:pPr marL="285750" indent="-285750">
              <a:buFont typeface="Arial" panose="020B0604020202020204" pitchFamily="34" charset="0"/>
              <a:buChar char="•"/>
            </a:pPr>
            <a:r>
              <a:rPr lang="en-US" dirty="0"/>
              <a:t>Purchase at $52K an Acre</a:t>
            </a:r>
          </a:p>
          <a:p>
            <a:pPr marL="285750" indent="-285750">
              <a:buFont typeface="Arial" panose="020B0604020202020204" pitchFamily="34" charset="0"/>
              <a:buChar char="•"/>
            </a:pPr>
            <a:r>
              <a:rPr lang="en-US" dirty="0"/>
              <a:t>Sell ~$75K an Acre</a:t>
            </a:r>
          </a:p>
          <a:p>
            <a:pPr marL="285750" indent="-285750">
              <a:buFont typeface="Arial" panose="020B0604020202020204" pitchFamily="34" charset="0"/>
              <a:buChar char="•"/>
            </a:pPr>
            <a:r>
              <a:rPr lang="en-US" dirty="0"/>
              <a:t> Potential Profit: ~$20M</a:t>
            </a:r>
          </a:p>
        </p:txBody>
      </p:sp>
      <p:pic>
        <p:nvPicPr>
          <p:cNvPr id="5" name="Picture 4">
            <a:extLst>
              <a:ext uri="{FF2B5EF4-FFF2-40B4-BE49-F238E27FC236}">
                <a16:creationId xmlns:a16="http://schemas.microsoft.com/office/drawing/2014/main" id="{F3E44006-8E01-25F7-086E-418807F1EA13}"/>
              </a:ext>
            </a:extLst>
          </p:cNvPr>
          <p:cNvPicPr>
            <a:picLocks noChangeAspect="1"/>
          </p:cNvPicPr>
          <p:nvPr/>
        </p:nvPicPr>
        <p:blipFill>
          <a:blip r:embed="rId4"/>
          <a:stretch>
            <a:fillRect/>
          </a:stretch>
        </p:blipFill>
        <p:spPr>
          <a:xfrm>
            <a:off x="101600" y="68363"/>
            <a:ext cx="8901723" cy="5006774"/>
          </a:xfrm>
          <a:prstGeom prst="rect">
            <a:avLst/>
          </a:prstGeom>
        </p:spPr>
      </p:pic>
    </p:spTree>
    <p:extLst>
      <p:ext uri="{BB962C8B-B14F-4D97-AF65-F5344CB8AC3E}">
        <p14:creationId xmlns:p14="http://schemas.microsoft.com/office/powerpoint/2010/main" val="20075890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 name="Picture 2">
            <a:extLst>
              <a:ext uri="{FF2B5EF4-FFF2-40B4-BE49-F238E27FC236}">
                <a16:creationId xmlns:a16="http://schemas.microsoft.com/office/drawing/2014/main" id="{F41D12FA-2949-A4BD-9E28-4FDF4976B33A}"/>
              </a:ext>
            </a:extLst>
          </p:cNvPr>
          <p:cNvPicPr>
            <a:picLocks noChangeAspect="1"/>
          </p:cNvPicPr>
          <p:nvPr/>
        </p:nvPicPr>
        <p:blipFill>
          <a:blip r:embed="rId3"/>
          <a:srcRect/>
          <a:stretch/>
        </p:blipFill>
        <p:spPr>
          <a:xfrm>
            <a:off x="231625" y="747116"/>
            <a:ext cx="8672821" cy="4245117"/>
          </a:xfrm>
          <a:prstGeom prst="rect">
            <a:avLst/>
          </a:prstGeom>
        </p:spPr>
      </p:pic>
      <p:sp>
        <p:nvSpPr>
          <p:cNvPr id="336" name="Google Shape;336;p48"/>
          <p:cNvSpPr txBox="1"/>
          <p:nvPr/>
        </p:nvSpPr>
        <p:spPr>
          <a:xfrm>
            <a:off x="363300" y="1003552"/>
            <a:ext cx="4324937" cy="947648"/>
          </a:xfrm>
          <a:prstGeom prst="rect">
            <a:avLst/>
          </a:prstGeom>
          <a:noFill/>
          <a:ln w="57150">
            <a:solidFill>
              <a:schemeClr val="bg2"/>
            </a:solidFill>
          </a:ln>
        </p:spPr>
        <p:txBody>
          <a:bodyPr spcFirstLastPara="1" wrap="square" lIns="91425" tIns="91425" rIns="91425" bIns="91425" anchor="t" anchorCtr="0">
            <a:noAutofit/>
          </a:bodyPr>
          <a:lstStyle/>
          <a:p>
            <a:pPr marL="171450" indent="-171450" algn="just">
              <a:buFont typeface="Arial" panose="020B0604020202020204" pitchFamily="34" charset="0"/>
              <a:buChar char="•"/>
            </a:pPr>
            <a:r>
              <a:rPr lang="en-US" dirty="0">
                <a:latin typeface="Calibri" panose="020F0502020204030204" pitchFamily="34" charset="0"/>
                <a:cs typeface="Calibri" panose="020F0502020204030204" pitchFamily="34" charset="0"/>
              </a:rPr>
              <a:t>VA hosts the largest data center market in the world</a:t>
            </a:r>
          </a:p>
          <a:p>
            <a:pPr marL="171450" indent="-171450" algn="just">
              <a:buFont typeface="Arial" panose="020B0604020202020204" pitchFamily="34" charset="0"/>
              <a:buChar char="•"/>
            </a:pPr>
            <a:r>
              <a:rPr lang="en-US" dirty="0">
                <a:latin typeface="Calibri" panose="020F0502020204030204" pitchFamily="34" charset="0"/>
                <a:cs typeface="Calibri" panose="020F0502020204030204" pitchFamily="34" charset="0"/>
              </a:rPr>
              <a:t>35% of the world’s Hyperscalers </a:t>
            </a:r>
          </a:p>
          <a:p>
            <a:pPr marL="171450" indent="-171450" algn="just">
              <a:buFont typeface="Arial" panose="020B0604020202020204" pitchFamily="34" charset="0"/>
              <a:buChar char="•"/>
            </a:pPr>
            <a:r>
              <a:rPr lang="en-US" dirty="0">
                <a:latin typeface="Calibri" panose="020F0502020204030204" pitchFamily="34" charset="0"/>
                <a:cs typeface="Calibri" panose="020F0502020204030204" pitchFamily="34" charset="0"/>
              </a:rPr>
              <a:t>50% of the nation’s data centers reside in VA</a:t>
            </a:r>
          </a:p>
          <a:p>
            <a:pPr marL="171450" indent="-171450" algn="just">
              <a:buFont typeface="Arial" panose="020B0604020202020204" pitchFamily="34" charset="0"/>
              <a:buChar char="•"/>
            </a:pPr>
            <a:r>
              <a:rPr lang="en-US" dirty="0">
                <a:latin typeface="Calibri" panose="020F0502020204030204" pitchFamily="34" charset="0"/>
                <a:cs typeface="Calibri" panose="020F0502020204030204" pitchFamily="34" charset="0"/>
              </a:rPr>
              <a:t>Culpeper is quickly becoming the new hub in VA </a:t>
            </a:r>
          </a:p>
          <a:p>
            <a:pPr marL="171450" indent="-171450" algn="just">
              <a:buFont typeface="Arial" panose="020B0604020202020204" pitchFamily="34" charset="0"/>
              <a:buChar char="•"/>
            </a:pPr>
            <a:endParaRPr lang="en-US" sz="2200" dirty="0">
              <a:latin typeface="Calibri" panose="020F0502020204030204" pitchFamily="34" charset="0"/>
              <a:cs typeface="Calibri" panose="020F0502020204030204" pitchFamily="34" charset="0"/>
            </a:endParaRPr>
          </a:p>
          <a:p>
            <a:pPr algn="just"/>
            <a:r>
              <a:rPr lang="en-US" sz="2200" dirty="0">
                <a:latin typeface="Calibri" panose="020F0502020204030204" pitchFamily="34" charset="0"/>
                <a:cs typeface="Calibri" panose="020F0502020204030204" pitchFamily="34" charset="0"/>
              </a:rPr>
              <a:t> </a:t>
            </a:r>
          </a:p>
          <a:p>
            <a:pPr algn="just"/>
            <a:endParaRPr lang="en-US" sz="2200" dirty="0">
              <a:latin typeface="Calibri" panose="020F0502020204030204" pitchFamily="34" charset="0"/>
              <a:cs typeface="Calibri" panose="020F0502020204030204" pitchFamily="34" charset="0"/>
            </a:endParaRPr>
          </a:p>
          <a:p>
            <a:pPr algn="just"/>
            <a:endParaRPr lang="en-US" sz="2200" dirty="0">
              <a:latin typeface="Calibri" panose="020F0502020204030204" pitchFamily="34" charset="0"/>
              <a:cs typeface="Calibri" panose="020F0502020204030204" pitchFamily="34" charset="0"/>
            </a:endParaRPr>
          </a:p>
        </p:txBody>
      </p:sp>
      <p:sp>
        <p:nvSpPr>
          <p:cNvPr id="6" name="Google Shape;467;p59">
            <a:extLst>
              <a:ext uri="{FF2B5EF4-FFF2-40B4-BE49-F238E27FC236}">
                <a16:creationId xmlns:a16="http://schemas.microsoft.com/office/drawing/2014/main" id="{BD7087F7-41E2-D408-25F2-3FE22C970F37}"/>
              </a:ext>
            </a:extLst>
          </p:cNvPr>
          <p:cNvSpPr txBox="1">
            <a:spLocks/>
          </p:cNvSpPr>
          <p:nvPr/>
        </p:nvSpPr>
        <p:spPr>
          <a:xfrm>
            <a:off x="4079631" y="149126"/>
            <a:ext cx="4824816" cy="8349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500" b="1" dirty="0">
                <a:solidFill>
                  <a:schemeClr val="dk2"/>
                </a:solidFill>
                <a:latin typeface="Lora"/>
              </a:rPr>
              <a:t> VA Market Insight</a:t>
            </a:r>
          </a:p>
        </p:txBody>
      </p:sp>
      <p:sp>
        <p:nvSpPr>
          <p:cNvPr id="4" name="Star: 5 Points 3">
            <a:extLst>
              <a:ext uri="{FF2B5EF4-FFF2-40B4-BE49-F238E27FC236}">
                <a16:creationId xmlns:a16="http://schemas.microsoft.com/office/drawing/2014/main" id="{312DE15E-DB07-C705-F8AC-8FCF6AE82129}"/>
              </a:ext>
            </a:extLst>
          </p:cNvPr>
          <p:cNvSpPr/>
          <p:nvPr/>
        </p:nvSpPr>
        <p:spPr>
          <a:xfrm>
            <a:off x="5896800" y="2405475"/>
            <a:ext cx="280800" cy="332550"/>
          </a:xfrm>
          <a:prstGeom prst="star5">
            <a:avLst/>
          </a:pr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tar: 5 Points 4">
            <a:extLst>
              <a:ext uri="{FF2B5EF4-FFF2-40B4-BE49-F238E27FC236}">
                <a16:creationId xmlns:a16="http://schemas.microsoft.com/office/drawing/2014/main" id="{CEB8EC20-A3C1-86EE-EA99-3EEFAE5511C7}"/>
              </a:ext>
            </a:extLst>
          </p:cNvPr>
          <p:cNvSpPr/>
          <p:nvPr/>
        </p:nvSpPr>
        <p:spPr>
          <a:xfrm>
            <a:off x="6049200" y="3001325"/>
            <a:ext cx="280800" cy="332550"/>
          </a:xfrm>
          <a:prstGeom prst="star5">
            <a:avLst/>
          </a:prstGeom>
          <a:solidFill>
            <a:srgbClr val="FF00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Google Shape;340;p48">
            <a:extLst>
              <a:ext uri="{FF2B5EF4-FFF2-40B4-BE49-F238E27FC236}">
                <a16:creationId xmlns:a16="http://schemas.microsoft.com/office/drawing/2014/main" id="{E62FEB95-4B90-4C19-2EB2-56F496577357}"/>
              </a:ext>
            </a:extLst>
          </p:cNvPr>
          <p:cNvPicPr preferRelativeResize="0"/>
          <p:nvPr/>
        </p:nvPicPr>
        <p:blipFill>
          <a:blip r:embed="rId4">
            <a:alphaModFix/>
          </a:blip>
          <a:stretch>
            <a:fillRect/>
          </a:stretch>
        </p:blipFill>
        <p:spPr>
          <a:xfrm>
            <a:off x="306925" y="4524525"/>
            <a:ext cx="1343677" cy="3418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Shape 283"/>
        <p:cNvGrpSpPr/>
        <p:nvPr/>
      </p:nvGrpSpPr>
      <p:grpSpPr>
        <a:xfrm>
          <a:off x="0" y="0"/>
          <a:ext cx="0" cy="0"/>
          <a:chOff x="0" y="0"/>
          <a:chExt cx="0" cy="0"/>
        </a:xfrm>
      </p:grpSpPr>
      <p:pic>
        <p:nvPicPr>
          <p:cNvPr id="285" name="Google Shape;285;p43"/>
          <p:cNvPicPr preferRelativeResize="0"/>
          <p:nvPr/>
        </p:nvPicPr>
        <p:blipFill>
          <a:blip r:embed="rId4">
            <a:alphaModFix/>
          </a:blip>
          <a:stretch>
            <a:fillRect/>
          </a:stretch>
        </p:blipFill>
        <p:spPr>
          <a:xfrm>
            <a:off x="7015200" y="4538780"/>
            <a:ext cx="1446651" cy="368020"/>
          </a:xfrm>
          <a:prstGeom prst="rect">
            <a:avLst/>
          </a:prstGeom>
          <a:noFill/>
          <a:ln>
            <a:noFill/>
          </a:ln>
        </p:spPr>
      </p:pic>
      <p:sp>
        <p:nvSpPr>
          <p:cNvPr id="2" name="Subtitle 1">
            <a:extLst>
              <a:ext uri="{FF2B5EF4-FFF2-40B4-BE49-F238E27FC236}">
                <a16:creationId xmlns:a16="http://schemas.microsoft.com/office/drawing/2014/main" id="{B68CCA5D-3C5F-23EB-4E3C-A2B15C836FD1}"/>
              </a:ext>
            </a:extLst>
          </p:cNvPr>
          <p:cNvSpPr>
            <a:spLocks noGrp="1"/>
          </p:cNvSpPr>
          <p:nvPr>
            <p:ph type="subTitle" idx="1"/>
          </p:nvPr>
        </p:nvSpPr>
        <p:spPr>
          <a:xfrm>
            <a:off x="914401" y="1368923"/>
            <a:ext cx="7013542" cy="2405654"/>
          </a:xfrm>
        </p:spPr>
        <p:txBody>
          <a:bodyPr/>
          <a:lstStyle/>
          <a:p>
            <a:pPr marL="0" indent="0" algn="just">
              <a:buNone/>
            </a:pPr>
            <a:r>
              <a:rPr lang="en-US" sz="2400" b="1" dirty="0">
                <a:solidFill>
                  <a:schemeClr val="bg1"/>
                </a:solidFill>
                <a:latin typeface="Lora" pitchFamily="2" charset="77"/>
                <a:cs typeface="Calibri" panose="020F0502020204030204" pitchFamily="34" charset="0"/>
              </a:rPr>
              <a:t>Exit From Initial Investment</a:t>
            </a:r>
          </a:p>
          <a:p>
            <a:pPr marL="0" indent="0" algn="just">
              <a:buNone/>
            </a:pPr>
            <a:endParaRPr lang="en-US" sz="1700" dirty="0">
              <a:solidFill>
                <a:schemeClr val="bg1"/>
              </a:solidFill>
              <a:latin typeface="Calibri" panose="020F0502020204030204" pitchFamily="34" charset="0"/>
              <a:cs typeface="Calibri" panose="020F0502020204030204" pitchFamily="34" charset="0"/>
            </a:endParaRPr>
          </a:p>
          <a:p>
            <a:pPr marL="396875" indent="-285750" algn="just">
              <a:buFont typeface="Arial" panose="020B0604020202020204" pitchFamily="34" charset="0"/>
              <a:buChar char="•"/>
            </a:pPr>
            <a:r>
              <a:rPr lang="en-US" sz="2000" dirty="0">
                <a:latin typeface="Calibri" panose="020F0502020204030204" pitchFamily="34" charset="0"/>
                <a:cs typeface="Calibri" panose="020F0502020204030204" pitchFamily="34" charset="0"/>
              </a:rPr>
              <a:t>The Development team plans to get all approvals and then begin to market to End Users</a:t>
            </a:r>
          </a:p>
          <a:p>
            <a:pPr marL="396875" indent="-285750" algn="just">
              <a:buFont typeface="Arial" panose="020B0604020202020204" pitchFamily="34" charset="0"/>
              <a:buChar char="•"/>
            </a:pPr>
            <a:r>
              <a:rPr lang="en-US" sz="2000" dirty="0">
                <a:latin typeface="Calibri" panose="020F0502020204030204" pitchFamily="34" charset="0"/>
                <a:cs typeface="Calibri" panose="020F0502020204030204" pitchFamily="34" charset="0"/>
              </a:rPr>
              <a:t>Possible End Users:  Amazon, Microsoft, Google, META</a:t>
            </a:r>
          </a:p>
        </p:txBody>
      </p:sp>
    </p:spTree>
    <p:extLst>
      <p:ext uri="{BB962C8B-B14F-4D97-AF65-F5344CB8AC3E}">
        <p14:creationId xmlns:p14="http://schemas.microsoft.com/office/powerpoint/2010/main" val="2534321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pic>
        <p:nvPicPr>
          <p:cNvPr id="6" name="Picture 5" descr="A person wearing glasses&#10;&#10;Description automatically generated with medium confidence">
            <a:extLst>
              <a:ext uri="{FF2B5EF4-FFF2-40B4-BE49-F238E27FC236}">
                <a16:creationId xmlns:a16="http://schemas.microsoft.com/office/drawing/2014/main" id="{F7BEDAFF-B226-9CA0-D904-EF74197C0ED7}"/>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Lst>
          </a:blip>
          <a:srcRect l="13469" r="13469" b="23341"/>
          <a:stretch/>
        </p:blipFill>
        <p:spPr>
          <a:xfrm>
            <a:off x="850250" y="887977"/>
            <a:ext cx="1929599" cy="1769649"/>
          </a:xfrm>
          <a:prstGeom prst="rect">
            <a:avLst/>
          </a:prstGeom>
        </p:spPr>
      </p:pic>
      <p:sp>
        <p:nvSpPr>
          <p:cNvPr id="297" name="Google Shape;297;p45"/>
          <p:cNvSpPr txBox="1">
            <a:spLocks noGrp="1"/>
          </p:cNvSpPr>
          <p:nvPr>
            <p:ph type="title" idx="4"/>
          </p:nvPr>
        </p:nvSpPr>
        <p:spPr>
          <a:xfrm>
            <a:off x="2870775" y="143475"/>
            <a:ext cx="5778000" cy="834900"/>
          </a:xfrm>
          <a:prstGeom prst="rect">
            <a:avLst/>
          </a:prstGeom>
        </p:spPr>
        <p:txBody>
          <a:bodyPr spcFirstLastPara="1" wrap="square" lIns="91425" tIns="91425" rIns="91425" bIns="91425" anchor="t" anchorCtr="0">
            <a:noAutofit/>
          </a:bodyPr>
          <a:lstStyle/>
          <a:p>
            <a:r>
              <a:rPr lang="en"/>
              <a:t>Who We Are</a:t>
            </a:r>
            <a:endParaRPr dirty="0"/>
          </a:p>
        </p:txBody>
      </p:sp>
      <p:sp>
        <p:nvSpPr>
          <p:cNvPr id="298" name="Google Shape;298;p45"/>
          <p:cNvSpPr txBox="1">
            <a:spLocks noGrp="1"/>
          </p:cNvSpPr>
          <p:nvPr>
            <p:ph type="subTitle" idx="1"/>
          </p:nvPr>
        </p:nvSpPr>
        <p:spPr>
          <a:xfrm>
            <a:off x="2870775" y="771350"/>
            <a:ext cx="6044700" cy="1969500"/>
          </a:xfrm>
          <a:prstGeom prst="rect">
            <a:avLst/>
          </a:prstGeom>
        </p:spPr>
        <p:txBody>
          <a:bodyPr spcFirstLastPara="1" wrap="square" lIns="91425" tIns="91425" rIns="91425" bIns="91425" anchor="t" anchorCtr="0">
            <a:noAutofit/>
          </a:bodyPr>
          <a:lstStyle/>
          <a:p>
            <a:pPr marL="0" indent="0"/>
            <a:r>
              <a:rPr lang="en" sz="1300" b="1" i="1" dirty="0">
                <a:solidFill>
                  <a:srgbClr val="5B6770"/>
                </a:solidFill>
              </a:rPr>
              <a:t>CEO, Mission Bay Capital Partners, LLC</a:t>
            </a:r>
            <a:endParaRPr sz="1300" b="1" i="1" dirty="0">
              <a:solidFill>
                <a:srgbClr val="5B6770"/>
              </a:solidFill>
            </a:endParaRPr>
          </a:p>
          <a:p>
            <a:pPr marL="11206" indent="0">
              <a:spcBef>
                <a:spcPts val="88"/>
              </a:spcBef>
              <a:buClr>
                <a:srgbClr val="000000"/>
              </a:buClr>
            </a:pPr>
            <a:r>
              <a:rPr lang="en-US" sz="1300" dirty="0"/>
              <a:t>Daniel Woodford is a Mission Bay Capital Partners Co-Founder with over 13+ years of experience accentuating the multifamily investing and real estate syndication landscapes. Known for helping others attain their unique versions of investment success, Daniel has strong expertise regarding aggressive ROI integrations, private investor networking, and the art of fostering healthy financial independence. He also enjoys utilizing his industry acumen to position investors for sustainable wealth trajectories while ensuring they feel confident as they navigate the arena of alternative investing. </a:t>
            </a:r>
          </a:p>
        </p:txBody>
      </p:sp>
      <p:pic>
        <p:nvPicPr>
          <p:cNvPr id="300" name="Google Shape;300;p45"/>
          <p:cNvPicPr preferRelativeResize="0"/>
          <p:nvPr/>
        </p:nvPicPr>
        <p:blipFill rotWithShape="1">
          <a:blip r:embed="rId5">
            <a:alphaModFix/>
          </a:blip>
          <a:srcRect b="30074"/>
          <a:stretch/>
        </p:blipFill>
        <p:spPr>
          <a:xfrm>
            <a:off x="850250" y="2999801"/>
            <a:ext cx="1929600" cy="1686499"/>
          </a:xfrm>
          <a:prstGeom prst="rect">
            <a:avLst/>
          </a:prstGeom>
          <a:noFill/>
          <a:ln>
            <a:noFill/>
          </a:ln>
        </p:spPr>
      </p:pic>
      <p:sp>
        <p:nvSpPr>
          <p:cNvPr id="301" name="Google Shape;301;p45"/>
          <p:cNvSpPr txBox="1">
            <a:spLocks noGrp="1"/>
          </p:cNvSpPr>
          <p:nvPr>
            <p:ph type="title"/>
          </p:nvPr>
        </p:nvSpPr>
        <p:spPr>
          <a:xfrm>
            <a:off x="850250" y="2250225"/>
            <a:ext cx="1929600" cy="407400"/>
          </a:xfrm>
          <a:prstGeom prst="rect">
            <a:avLst/>
          </a:prstGeom>
        </p:spPr>
        <p:txBody>
          <a:bodyPr spcFirstLastPara="1" wrap="square" lIns="91425" tIns="91425" rIns="91425" bIns="91425" anchor="b" anchorCtr="0">
            <a:noAutofit/>
          </a:bodyPr>
          <a:lstStyle/>
          <a:p>
            <a:pPr algn="ctr"/>
            <a:r>
              <a:rPr lang="en" sz="1500" dirty="0"/>
              <a:t>Daniel Woodford</a:t>
            </a:r>
            <a:endParaRPr sz="1500" dirty="0"/>
          </a:p>
        </p:txBody>
      </p:sp>
      <p:sp>
        <p:nvSpPr>
          <p:cNvPr id="302" name="Google Shape;302;p45"/>
          <p:cNvSpPr txBox="1">
            <a:spLocks noGrp="1"/>
          </p:cNvSpPr>
          <p:nvPr>
            <p:ph type="title"/>
          </p:nvPr>
        </p:nvSpPr>
        <p:spPr>
          <a:xfrm>
            <a:off x="850250" y="4409500"/>
            <a:ext cx="1929600" cy="407400"/>
          </a:xfrm>
          <a:prstGeom prst="rect">
            <a:avLst/>
          </a:prstGeom>
        </p:spPr>
        <p:txBody>
          <a:bodyPr spcFirstLastPara="1" wrap="square" lIns="91425" tIns="91425" rIns="91425" bIns="91425" anchor="b" anchorCtr="0">
            <a:noAutofit/>
          </a:bodyPr>
          <a:lstStyle/>
          <a:p>
            <a:pPr algn="ctr"/>
            <a:r>
              <a:rPr lang="en" sz="1500" dirty="0"/>
              <a:t>Kristine Jefferson</a:t>
            </a:r>
            <a:endParaRPr sz="1500" dirty="0"/>
          </a:p>
        </p:txBody>
      </p:sp>
      <p:sp>
        <p:nvSpPr>
          <p:cNvPr id="303" name="Google Shape;303;p45"/>
          <p:cNvSpPr txBox="1">
            <a:spLocks noGrp="1"/>
          </p:cNvSpPr>
          <p:nvPr>
            <p:ph type="subTitle" idx="1"/>
          </p:nvPr>
        </p:nvSpPr>
        <p:spPr>
          <a:xfrm>
            <a:off x="2870775" y="2923600"/>
            <a:ext cx="6106248" cy="1969500"/>
          </a:xfrm>
          <a:prstGeom prst="rect">
            <a:avLst/>
          </a:prstGeom>
        </p:spPr>
        <p:txBody>
          <a:bodyPr spcFirstLastPara="1" wrap="square" lIns="91425" tIns="91425" rIns="91425" bIns="91425" anchor="t" anchorCtr="0">
            <a:noAutofit/>
          </a:bodyPr>
          <a:lstStyle/>
          <a:p>
            <a:pPr marL="0" indent="0"/>
            <a:r>
              <a:rPr lang="en" sz="1300" b="1" i="1" dirty="0">
                <a:solidFill>
                  <a:srgbClr val="5B6770"/>
                </a:solidFill>
              </a:rPr>
              <a:t>COO, Mission Bay Capital Partners, LLC</a:t>
            </a:r>
            <a:endParaRPr sz="1300" b="1" i="1" dirty="0">
              <a:solidFill>
                <a:srgbClr val="5B6770"/>
              </a:solidFill>
            </a:endParaRPr>
          </a:p>
          <a:p>
            <a:pPr marL="0" indent="0" algn="just">
              <a:lnSpc>
                <a:spcPct val="107000"/>
              </a:lnSpc>
              <a:buClr>
                <a:srgbClr val="000000"/>
              </a:buClr>
            </a:pPr>
            <a:r>
              <a:rPr lang="en-US" sz="1300" dirty="0"/>
              <a:t>Co-Founding Mission Bay Capital Partners on the foundation of integrity, Kristine Jefferson is a respected multifamily investor and entrepreneur renowned for helping investors achieve new levels of financial literacy, growth, and independence. As the COO, Kristine brings with her an extensive 14+ year background involving the intricacies of real estate syndication, ROI optimization, and cultivating advanced pipeline/team efficiencies. Even more, she enjoys leveraging that asset class dynamicity to not only propel organizational initiatives forward, but to deliver aspiring investors what they value the most – time, energy &amp; wealth.</a:t>
            </a:r>
            <a:endParaRPr sz="1300" dirty="0"/>
          </a:p>
          <a:p>
            <a:pPr marL="0" indent="0"/>
            <a:endParaRPr sz="1300" dirty="0">
              <a:solidFill>
                <a:srgbClr val="5B677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pic>
        <p:nvPicPr>
          <p:cNvPr id="3" name="Picture 2" descr="A person wearing glasses&#10;&#10;Description automatically generated with medium confidence">
            <a:extLst>
              <a:ext uri="{FF2B5EF4-FFF2-40B4-BE49-F238E27FC236}">
                <a16:creationId xmlns:a16="http://schemas.microsoft.com/office/drawing/2014/main" id="{E2AFB953-E14C-DC06-05FC-CFB82F12D52D}"/>
              </a:ext>
            </a:extLst>
          </p:cNvPr>
          <p:cNvPicPr>
            <a:picLocks noChangeAspect="1"/>
          </p:cNvPicPr>
          <p:nvPr/>
        </p:nvPicPr>
        <p:blipFill rotWithShape="1">
          <a:blip r:embed="rId3"/>
          <a:srcRect t="20613" b="6887"/>
          <a:stretch/>
        </p:blipFill>
        <p:spPr>
          <a:xfrm>
            <a:off x="1260566" y="3037852"/>
            <a:ext cx="1421313" cy="1357700"/>
          </a:xfrm>
          <a:prstGeom prst="rect">
            <a:avLst/>
          </a:prstGeom>
        </p:spPr>
      </p:pic>
      <p:pic>
        <p:nvPicPr>
          <p:cNvPr id="309" name="Google Shape;309;p46"/>
          <p:cNvPicPr preferRelativeResize="0"/>
          <p:nvPr/>
        </p:nvPicPr>
        <p:blipFill>
          <a:blip r:embed="rId4"/>
          <a:srcRect t="2179" b="2179"/>
          <a:stretch/>
        </p:blipFill>
        <p:spPr>
          <a:xfrm>
            <a:off x="1260566" y="1179510"/>
            <a:ext cx="1421314" cy="1357700"/>
          </a:xfrm>
          <a:prstGeom prst="rect">
            <a:avLst/>
          </a:prstGeom>
          <a:noFill/>
          <a:ln>
            <a:noFill/>
          </a:ln>
        </p:spPr>
      </p:pic>
      <p:sp>
        <p:nvSpPr>
          <p:cNvPr id="310" name="Google Shape;310;p46"/>
          <p:cNvSpPr txBox="1">
            <a:spLocks noGrp="1"/>
          </p:cNvSpPr>
          <p:nvPr>
            <p:ph type="title" idx="4"/>
          </p:nvPr>
        </p:nvSpPr>
        <p:spPr>
          <a:xfrm>
            <a:off x="2870775" y="143475"/>
            <a:ext cx="5778000" cy="834900"/>
          </a:xfrm>
          <a:prstGeom prst="rect">
            <a:avLst/>
          </a:prstGeom>
        </p:spPr>
        <p:txBody>
          <a:bodyPr spcFirstLastPara="1" wrap="square" lIns="91425" tIns="91425" rIns="91425" bIns="91425" anchor="t" anchorCtr="0">
            <a:noAutofit/>
          </a:bodyPr>
          <a:lstStyle/>
          <a:p>
            <a:r>
              <a:rPr lang="en" b="1" dirty="0">
                <a:solidFill>
                  <a:schemeClr val="bg2"/>
                </a:solidFill>
              </a:rPr>
              <a:t>Who We Are</a:t>
            </a:r>
            <a:endParaRPr b="1" dirty="0">
              <a:solidFill>
                <a:schemeClr val="bg2"/>
              </a:solidFill>
            </a:endParaRPr>
          </a:p>
        </p:txBody>
      </p:sp>
      <p:sp>
        <p:nvSpPr>
          <p:cNvPr id="311" name="Google Shape;311;p46"/>
          <p:cNvSpPr txBox="1">
            <a:spLocks noGrp="1"/>
          </p:cNvSpPr>
          <p:nvPr>
            <p:ph type="subTitle" idx="1"/>
          </p:nvPr>
        </p:nvSpPr>
        <p:spPr>
          <a:xfrm>
            <a:off x="2870775" y="1267295"/>
            <a:ext cx="6044700" cy="1969500"/>
          </a:xfrm>
          <a:prstGeom prst="rect">
            <a:avLst/>
          </a:prstGeom>
        </p:spPr>
        <p:txBody>
          <a:bodyPr spcFirstLastPara="1" wrap="square" lIns="91425" tIns="91425" rIns="91425" bIns="91425" anchor="t" anchorCtr="0">
            <a:noAutofit/>
          </a:bodyPr>
          <a:lstStyle/>
          <a:p>
            <a:pPr marL="0" indent="0"/>
            <a:r>
              <a:rPr lang="en" sz="1300" b="1" i="1" dirty="0">
                <a:solidFill>
                  <a:srgbClr val="5B6770"/>
                </a:solidFill>
              </a:rPr>
              <a:t>Acquisition Manager, Mission Bay Capital Partners, LLC</a:t>
            </a:r>
            <a:endParaRPr sz="1300" b="1" i="1" dirty="0">
              <a:solidFill>
                <a:srgbClr val="5B6770"/>
              </a:solidFill>
            </a:endParaRPr>
          </a:p>
          <a:p>
            <a:pPr marL="0" indent="0">
              <a:buClr>
                <a:srgbClr val="000000"/>
              </a:buClr>
            </a:pPr>
            <a:r>
              <a:rPr lang="en" sz="1300" dirty="0"/>
              <a:t>Karolina </a:t>
            </a:r>
            <a:r>
              <a:rPr lang="en" sz="1300" dirty="0" err="1"/>
              <a:t>Dimario</a:t>
            </a:r>
            <a:r>
              <a:rPr lang="en" sz="1300" dirty="0"/>
              <a:t> is a multifamily investor, syndicator, and Acquisition Manager of Mission Bay Capital Partners. Karolina started her real estate career in 2012 and is currently invested in 429 units.  Analytical in nature she enjoys underwriting multifamily properties and finding ways to improve the efficiency of the operations to maximize investor returns. Karolina holds a Bachelor’s Degree in Business Economics. </a:t>
            </a:r>
            <a:endParaRPr sz="1300" dirty="0"/>
          </a:p>
          <a:p>
            <a:pPr marL="0" indent="0"/>
            <a:endParaRPr sz="1300" dirty="0">
              <a:solidFill>
                <a:srgbClr val="5B6770"/>
              </a:solidFill>
            </a:endParaRPr>
          </a:p>
        </p:txBody>
      </p:sp>
      <p:sp>
        <p:nvSpPr>
          <p:cNvPr id="312" name="Google Shape;312;p46"/>
          <p:cNvSpPr txBox="1">
            <a:spLocks noGrp="1"/>
          </p:cNvSpPr>
          <p:nvPr>
            <p:ph type="title"/>
          </p:nvPr>
        </p:nvSpPr>
        <p:spPr>
          <a:xfrm>
            <a:off x="1260566" y="2216897"/>
            <a:ext cx="1421314" cy="312563"/>
          </a:xfrm>
          <a:prstGeom prst="rect">
            <a:avLst/>
          </a:prstGeom>
          <a:solidFill>
            <a:schemeClr val="bg2"/>
          </a:solidFill>
        </p:spPr>
        <p:txBody>
          <a:bodyPr spcFirstLastPara="1" wrap="square" lIns="91425" tIns="91425" rIns="91425" bIns="91425" anchor="b" anchorCtr="0">
            <a:noAutofit/>
          </a:bodyPr>
          <a:lstStyle/>
          <a:p>
            <a:pPr algn="ctr"/>
            <a:r>
              <a:rPr lang="en" sz="1100" dirty="0"/>
              <a:t>Karolina </a:t>
            </a:r>
            <a:r>
              <a:rPr lang="en" sz="1100" dirty="0" err="1"/>
              <a:t>Dimario</a:t>
            </a:r>
            <a:endParaRPr sz="1100" dirty="0"/>
          </a:p>
        </p:txBody>
      </p:sp>
      <p:sp>
        <p:nvSpPr>
          <p:cNvPr id="313" name="Google Shape;313;p46"/>
          <p:cNvSpPr txBox="1">
            <a:spLocks noGrp="1"/>
          </p:cNvSpPr>
          <p:nvPr>
            <p:ph type="title"/>
          </p:nvPr>
        </p:nvSpPr>
        <p:spPr>
          <a:xfrm>
            <a:off x="1260566" y="4121056"/>
            <a:ext cx="1421313" cy="270180"/>
          </a:xfrm>
          <a:prstGeom prst="rect">
            <a:avLst/>
          </a:prstGeom>
          <a:solidFill>
            <a:schemeClr val="bg2"/>
          </a:solidFill>
        </p:spPr>
        <p:txBody>
          <a:bodyPr spcFirstLastPara="1" wrap="square" lIns="91425" tIns="91425" rIns="91425" bIns="91425" anchor="b" anchorCtr="0">
            <a:noAutofit/>
          </a:bodyPr>
          <a:lstStyle/>
          <a:p>
            <a:pPr algn="ctr"/>
            <a:r>
              <a:rPr lang="en" sz="1200" dirty="0"/>
              <a:t>Lindsay </a:t>
            </a:r>
            <a:r>
              <a:rPr lang="en" sz="1200" dirty="0" err="1"/>
              <a:t>Stough</a:t>
            </a:r>
            <a:endParaRPr sz="1200" dirty="0"/>
          </a:p>
        </p:txBody>
      </p:sp>
      <p:sp>
        <p:nvSpPr>
          <p:cNvPr id="314" name="Google Shape;314;p46"/>
          <p:cNvSpPr txBox="1">
            <a:spLocks noGrp="1"/>
          </p:cNvSpPr>
          <p:nvPr>
            <p:ph type="subTitle" idx="1"/>
          </p:nvPr>
        </p:nvSpPr>
        <p:spPr>
          <a:xfrm>
            <a:off x="2870775" y="2916020"/>
            <a:ext cx="6044700" cy="1969500"/>
          </a:xfrm>
          <a:prstGeom prst="rect">
            <a:avLst/>
          </a:prstGeom>
        </p:spPr>
        <p:txBody>
          <a:bodyPr spcFirstLastPara="1" wrap="square" lIns="91425" tIns="91425" rIns="91425" bIns="91425" anchor="t" anchorCtr="0">
            <a:noAutofit/>
          </a:bodyPr>
          <a:lstStyle/>
          <a:p>
            <a:pPr marL="0" indent="0"/>
            <a:r>
              <a:rPr lang="en" sz="1300" b="1" i="1" dirty="0">
                <a:solidFill>
                  <a:srgbClr val="5B6770"/>
                </a:solidFill>
              </a:rPr>
              <a:t>Executive Administrative Assistant, Mission Bay Capital Partners, LLC</a:t>
            </a:r>
            <a:endParaRPr sz="1300" b="1" i="1" dirty="0">
              <a:solidFill>
                <a:srgbClr val="5B6770"/>
              </a:solidFill>
            </a:endParaRPr>
          </a:p>
          <a:p>
            <a:pPr marL="0" indent="0">
              <a:lnSpc>
                <a:spcPct val="107000"/>
              </a:lnSpc>
              <a:buClr>
                <a:srgbClr val="000000"/>
              </a:buClr>
            </a:pPr>
            <a:r>
              <a:rPr lang="en" sz="1300" dirty="0"/>
              <a:t>Lindsay joined Mission Bay Capital Partners in February 2021 bringing with her over 25 years of administrative knowledge and experience. She is responsible for the overall task management of the office and provides administrative support to various departments including finance, investor relations, and marketing. She helps coordinate and prepare for general partner and investor meetings, monthly reporting, and office support where needed. Lindsay’s contribution towards the betterment of Mission Bay Capital Partners and her continued dedication and commitment to her position has made her a pillar to Mission Bay Capital Partners. </a:t>
            </a:r>
            <a:endParaRPr sz="1300" dirty="0"/>
          </a:p>
          <a:p>
            <a:pPr marL="0" indent="0">
              <a:lnSpc>
                <a:spcPct val="107000"/>
              </a:lnSpc>
            </a:pPr>
            <a:endParaRPr sz="1300" dirty="0"/>
          </a:p>
          <a:p>
            <a:pPr marL="0" indent="0"/>
            <a:endParaRPr sz="1300" dirty="0">
              <a:solidFill>
                <a:srgbClr val="5B677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75"/>
        <p:cNvGrpSpPr/>
        <p:nvPr/>
      </p:nvGrpSpPr>
      <p:grpSpPr>
        <a:xfrm>
          <a:off x="0" y="0"/>
          <a:ext cx="0" cy="0"/>
          <a:chOff x="0" y="0"/>
          <a:chExt cx="0" cy="0"/>
        </a:xfrm>
      </p:grpSpPr>
      <p:sp>
        <p:nvSpPr>
          <p:cNvPr id="576" name="Google Shape;576;p66"/>
          <p:cNvSpPr txBox="1">
            <a:spLocks noGrp="1"/>
          </p:cNvSpPr>
          <p:nvPr>
            <p:ph type="title"/>
          </p:nvPr>
        </p:nvSpPr>
        <p:spPr>
          <a:xfrm>
            <a:off x="3473258" y="409930"/>
            <a:ext cx="5472600" cy="834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latin typeface="Lora"/>
                <a:ea typeface="Lora"/>
                <a:cs typeface="Lora"/>
                <a:sym typeface="Lora"/>
              </a:rPr>
              <a:t>Track Record</a:t>
            </a:r>
            <a:endParaRPr sz="1300" dirty="0">
              <a:latin typeface="Lora"/>
              <a:ea typeface="Lora"/>
              <a:cs typeface="Lora"/>
              <a:sym typeface="Lora"/>
            </a:endParaRPr>
          </a:p>
        </p:txBody>
      </p:sp>
      <p:graphicFrame>
        <p:nvGraphicFramePr>
          <p:cNvPr id="2" name="Table 12">
            <a:extLst>
              <a:ext uri="{FF2B5EF4-FFF2-40B4-BE49-F238E27FC236}">
                <a16:creationId xmlns:a16="http://schemas.microsoft.com/office/drawing/2014/main" id="{7CCB05FC-13B1-C43D-3059-6968C4ABD813}"/>
              </a:ext>
            </a:extLst>
          </p:cNvPr>
          <p:cNvGraphicFramePr>
            <a:graphicFrameLocks noGrp="1"/>
          </p:cNvGraphicFramePr>
          <p:nvPr>
            <p:extLst>
              <p:ext uri="{D42A27DB-BD31-4B8C-83A1-F6EECF244321}">
                <p14:modId xmlns:p14="http://schemas.microsoft.com/office/powerpoint/2010/main" val="2135495326"/>
              </p:ext>
            </p:extLst>
          </p:nvPr>
        </p:nvGraphicFramePr>
        <p:xfrm>
          <a:off x="166256" y="1144732"/>
          <a:ext cx="8779603" cy="2484460"/>
        </p:xfrm>
        <a:graphic>
          <a:graphicData uri="http://schemas.openxmlformats.org/drawingml/2006/table">
            <a:tbl>
              <a:tblPr firstRow="1" bandRow="1">
                <a:tableStyleId>{7DF18680-E054-41AD-8BC1-D1AEF772440D}</a:tableStyleId>
              </a:tblPr>
              <a:tblGrid>
                <a:gridCol w="1042206">
                  <a:extLst>
                    <a:ext uri="{9D8B030D-6E8A-4147-A177-3AD203B41FA5}">
                      <a16:colId xmlns:a16="http://schemas.microsoft.com/office/drawing/2014/main" val="151029799"/>
                    </a:ext>
                  </a:extLst>
                </a:gridCol>
                <a:gridCol w="1044441">
                  <a:extLst>
                    <a:ext uri="{9D8B030D-6E8A-4147-A177-3AD203B41FA5}">
                      <a16:colId xmlns:a16="http://schemas.microsoft.com/office/drawing/2014/main" val="3525144925"/>
                    </a:ext>
                  </a:extLst>
                </a:gridCol>
                <a:gridCol w="612039">
                  <a:extLst>
                    <a:ext uri="{9D8B030D-6E8A-4147-A177-3AD203B41FA5}">
                      <a16:colId xmlns:a16="http://schemas.microsoft.com/office/drawing/2014/main" val="2446914719"/>
                    </a:ext>
                  </a:extLst>
                </a:gridCol>
                <a:gridCol w="1126611">
                  <a:extLst>
                    <a:ext uri="{9D8B030D-6E8A-4147-A177-3AD203B41FA5}">
                      <a16:colId xmlns:a16="http://schemas.microsoft.com/office/drawing/2014/main" val="567797485"/>
                    </a:ext>
                  </a:extLst>
                </a:gridCol>
                <a:gridCol w="902297">
                  <a:extLst>
                    <a:ext uri="{9D8B030D-6E8A-4147-A177-3AD203B41FA5}">
                      <a16:colId xmlns:a16="http://schemas.microsoft.com/office/drawing/2014/main" val="1472610182"/>
                    </a:ext>
                  </a:extLst>
                </a:gridCol>
                <a:gridCol w="1011005">
                  <a:extLst>
                    <a:ext uri="{9D8B030D-6E8A-4147-A177-3AD203B41FA5}">
                      <a16:colId xmlns:a16="http://schemas.microsoft.com/office/drawing/2014/main" val="1885980112"/>
                    </a:ext>
                  </a:extLst>
                </a:gridCol>
                <a:gridCol w="732547">
                  <a:extLst>
                    <a:ext uri="{9D8B030D-6E8A-4147-A177-3AD203B41FA5}">
                      <a16:colId xmlns:a16="http://schemas.microsoft.com/office/drawing/2014/main" val="2677093370"/>
                    </a:ext>
                  </a:extLst>
                </a:gridCol>
                <a:gridCol w="878389">
                  <a:extLst>
                    <a:ext uri="{9D8B030D-6E8A-4147-A177-3AD203B41FA5}">
                      <a16:colId xmlns:a16="http://schemas.microsoft.com/office/drawing/2014/main" val="2255397061"/>
                    </a:ext>
                  </a:extLst>
                </a:gridCol>
                <a:gridCol w="613713">
                  <a:extLst>
                    <a:ext uri="{9D8B030D-6E8A-4147-A177-3AD203B41FA5}">
                      <a16:colId xmlns:a16="http://schemas.microsoft.com/office/drawing/2014/main" val="956221399"/>
                    </a:ext>
                  </a:extLst>
                </a:gridCol>
                <a:gridCol w="816355">
                  <a:extLst>
                    <a:ext uri="{9D8B030D-6E8A-4147-A177-3AD203B41FA5}">
                      <a16:colId xmlns:a16="http://schemas.microsoft.com/office/drawing/2014/main" val="2240974146"/>
                    </a:ext>
                  </a:extLst>
                </a:gridCol>
              </a:tblGrid>
              <a:tr h="369030">
                <a:tc>
                  <a:txBody>
                    <a:bodyPr/>
                    <a:lstStyle/>
                    <a:p>
                      <a:pPr algn="ctr"/>
                      <a:r>
                        <a:rPr lang="en-US" sz="900" baseline="0" dirty="0">
                          <a:latin typeface="Calibri" panose="020F0502020204030204" pitchFamily="34" charset="0"/>
                          <a:cs typeface="Calibri" panose="020F0502020204030204" pitchFamily="34" charset="0"/>
                        </a:rPr>
                        <a:t>Property</a:t>
                      </a:r>
                    </a:p>
                  </a:txBody>
                  <a:tcPr marL="66899" marR="66899" marT="33450" marB="33450"/>
                </a:tc>
                <a:tc>
                  <a:txBody>
                    <a:bodyPr/>
                    <a:lstStyle/>
                    <a:p>
                      <a:pPr algn="ctr"/>
                      <a:r>
                        <a:rPr lang="en-US" sz="900" baseline="0" dirty="0">
                          <a:latin typeface="Calibri" panose="020F0502020204030204" pitchFamily="34" charset="0"/>
                          <a:cs typeface="Calibri" panose="020F0502020204030204" pitchFamily="34" charset="0"/>
                        </a:rPr>
                        <a:t>Location</a:t>
                      </a:r>
                    </a:p>
                  </a:txBody>
                  <a:tcPr marL="66899" marR="66899" marT="33450" marB="33450"/>
                </a:tc>
                <a:tc>
                  <a:txBody>
                    <a:bodyPr/>
                    <a:lstStyle/>
                    <a:p>
                      <a:pPr algn="ctr"/>
                      <a:r>
                        <a:rPr lang="en-US" sz="900" baseline="0" dirty="0">
                          <a:latin typeface="Calibri" panose="020F0502020204030204" pitchFamily="34" charset="0"/>
                          <a:cs typeface="Calibri" panose="020F0502020204030204" pitchFamily="34" charset="0"/>
                        </a:rPr>
                        <a:t>Units</a:t>
                      </a:r>
                    </a:p>
                  </a:txBody>
                  <a:tcPr marL="66899" marR="66899" marT="33450" marB="33450"/>
                </a:tc>
                <a:tc>
                  <a:txBody>
                    <a:bodyPr/>
                    <a:lstStyle/>
                    <a:p>
                      <a:pPr algn="ctr"/>
                      <a:r>
                        <a:rPr lang="en-US" sz="900" baseline="0" dirty="0">
                          <a:latin typeface="Calibri" panose="020F0502020204030204" pitchFamily="34" charset="0"/>
                          <a:cs typeface="Calibri" panose="020F0502020204030204" pitchFamily="34" charset="0"/>
                        </a:rPr>
                        <a:t>Date Acquired </a:t>
                      </a:r>
                    </a:p>
                  </a:txBody>
                  <a:tcPr marL="66899" marR="66899" marT="33450" marB="33450"/>
                </a:tc>
                <a:tc>
                  <a:txBody>
                    <a:bodyPr/>
                    <a:lstStyle/>
                    <a:p>
                      <a:pPr algn="ctr"/>
                      <a:r>
                        <a:rPr lang="en-US" sz="900" baseline="0" dirty="0">
                          <a:latin typeface="Calibri" panose="020F0502020204030204" pitchFamily="34" charset="0"/>
                          <a:cs typeface="Calibri" panose="020F0502020204030204" pitchFamily="34" charset="0"/>
                        </a:rPr>
                        <a:t>Price Acquired</a:t>
                      </a:r>
                    </a:p>
                  </a:txBody>
                  <a:tcPr marL="66899" marR="66899" marT="33450" marB="33450"/>
                </a:tc>
                <a:tc>
                  <a:txBody>
                    <a:bodyPr/>
                    <a:lstStyle/>
                    <a:p>
                      <a:pPr algn="ctr"/>
                      <a:r>
                        <a:rPr lang="en-US" sz="900" baseline="0" dirty="0">
                          <a:latin typeface="Calibri" panose="020F0502020204030204" pitchFamily="34" charset="0"/>
                          <a:cs typeface="Calibri" panose="020F0502020204030204" pitchFamily="34" charset="0"/>
                        </a:rPr>
                        <a:t>Date Sold</a:t>
                      </a:r>
                    </a:p>
                  </a:txBody>
                  <a:tcPr marL="66899" marR="66899" marT="33450" marB="33450"/>
                </a:tc>
                <a:tc>
                  <a:txBody>
                    <a:bodyPr/>
                    <a:lstStyle/>
                    <a:p>
                      <a:pPr algn="ctr"/>
                      <a:r>
                        <a:rPr lang="en-US" sz="900" baseline="0" dirty="0">
                          <a:latin typeface="Calibri" panose="020F0502020204030204" pitchFamily="34" charset="0"/>
                          <a:cs typeface="Calibri" panose="020F0502020204030204" pitchFamily="34" charset="0"/>
                        </a:rPr>
                        <a:t>Price Sold</a:t>
                      </a:r>
                    </a:p>
                  </a:txBody>
                  <a:tcPr marL="66899" marR="66899" marT="33450" marB="33450"/>
                </a:tc>
                <a:tc>
                  <a:txBody>
                    <a:bodyPr/>
                    <a:lstStyle/>
                    <a:p>
                      <a:pPr algn="ctr"/>
                      <a:r>
                        <a:rPr lang="en-US" sz="900" baseline="0" dirty="0">
                          <a:latin typeface="Calibri" panose="020F0502020204030204" pitchFamily="34" charset="0"/>
                          <a:cs typeface="Calibri" panose="020F0502020204030204" pitchFamily="34" charset="0"/>
                        </a:rPr>
                        <a:t>Cash on Cash</a:t>
                      </a:r>
                    </a:p>
                  </a:txBody>
                  <a:tcPr marL="66899" marR="66899" marT="33450" marB="33450"/>
                </a:tc>
                <a:tc>
                  <a:txBody>
                    <a:bodyPr/>
                    <a:lstStyle/>
                    <a:p>
                      <a:pPr algn="ctr"/>
                      <a:r>
                        <a:rPr lang="en-US" sz="900" baseline="0" dirty="0">
                          <a:latin typeface="Calibri" panose="020F0502020204030204" pitchFamily="34" charset="0"/>
                          <a:cs typeface="Calibri" panose="020F0502020204030204" pitchFamily="34" charset="0"/>
                        </a:rPr>
                        <a:t>IRR</a:t>
                      </a:r>
                    </a:p>
                  </a:txBody>
                  <a:tcPr marL="66899" marR="66899" marT="33450" marB="33450"/>
                </a:tc>
                <a:tc>
                  <a:txBody>
                    <a:bodyPr/>
                    <a:lstStyle/>
                    <a:p>
                      <a:pPr algn="ctr"/>
                      <a:r>
                        <a:rPr lang="en-US" sz="900" baseline="0" dirty="0">
                          <a:latin typeface="Calibri" panose="020F0502020204030204" pitchFamily="34" charset="0"/>
                          <a:cs typeface="Calibri" panose="020F0502020204030204" pitchFamily="34" charset="0"/>
                        </a:rPr>
                        <a:t>ARR</a:t>
                      </a:r>
                    </a:p>
                  </a:txBody>
                  <a:tcPr marL="66899" marR="66899" marT="33450" marB="33450"/>
                </a:tc>
                <a:extLst>
                  <a:ext uri="{0D108BD9-81ED-4DB2-BD59-A6C34878D82A}">
                    <a16:rowId xmlns:a16="http://schemas.microsoft.com/office/drawing/2014/main" val="3379028743"/>
                  </a:ext>
                </a:extLst>
              </a:tr>
              <a:tr h="369030">
                <a:tc>
                  <a:txBody>
                    <a:bodyPr/>
                    <a:lstStyle/>
                    <a:p>
                      <a:r>
                        <a:rPr lang="en-US" sz="900" baseline="0" dirty="0">
                          <a:latin typeface="Calibri" panose="020F0502020204030204" pitchFamily="34" charset="0"/>
                          <a:cs typeface="Calibri" panose="020F0502020204030204" pitchFamily="34" charset="0"/>
                        </a:rPr>
                        <a:t>Towne Oaks East</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Tyler, TX</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104</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January 2018</a:t>
                      </a:r>
                    </a:p>
                    <a:p>
                      <a:endParaRPr lang="en-US" sz="900" baseline="0" dirty="0">
                        <a:latin typeface="Calibri" panose="020F0502020204030204" pitchFamily="34" charset="0"/>
                        <a:cs typeface="Calibri" panose="020F0502020204030204" pitchFamily="34" charset="0"/>
                      </a:endParaRP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$4.5M</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June 2019</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$6.61M</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8.50%</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16.50%</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22.50%</a:t>
                      </a:r>
                    </a:p>
                  </a:txBody>
                  <a:tcPr marL="66899" marR="66899" marT="33450" marB="33450">
                    <a:solidFill>
                      <a:schemeClr val="bg1">
                        <a:lumMod val="95000"/>
                      </a:schemeClr>
                    </a:solidFill>
                  </a:tcPr>
                </a:tc>
                <a:extLst>
                  <a:ext uri="{0D108BD9-81ED-4DB2-BD59-A6C34878D82A}">
                    <a16:rowId xmlns:a16="http://schemas.microsoft.com/office/drawing/2014/main" val="2297347323"/>
                  </a:ext>
                </a:extLst>
              </a:tr>
              <a:tr h="369030">
                <a:tc>
                  <a:txBody>
                    <a:bodyPr/>
                    <a:lstStyle/>
                    <a:p>
                      <a:r>
                        <a:rPr lang="en-US" sz="900" baseline="0" dirty="0">
                          <a:latin typeface="Calibri" panose="020F0502020204030204" pitchFamily="34" charset="0"/>
                          <a:cs typeface="Calibri" panose="020F0502020204030204" pitchFamily="34" charset="0"/>
                        </a:rPr>
                        <a:t>Hidden Village</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Mesa, AZ</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84</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June 2019</a:t>
                      </a:r>
                    </a:p>
                    <a:p>
                      <a:endParaRPr lang="en-US" sz="900" baseline="0" dirty="0">
                        <a:latin typeface="Calibri" panose="020F0502020204030204" pitchFamily="34" charset="0"/>
                        <a:cs typeface="Calibri" panose="020F0502020204030204" pitchFamily="34" charset="0"/>
                      </a:endParaRP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$7.4M</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May 2021</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$13.15M</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7.00%</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28.00%</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33.00%</a:t>
                      </a:r>
                    </a:p>
                  </a:txBody>
                  <a:tcPr marL="66899" marR="66899" marT="33450" marB="33450">
                    <a:solidFill>
                      <a:schemeClr val="bg1">
                        <a:lumMod val="95000"/>
                      </a:schemeClr>
                    </a:solidFill>
                  </a:tcPr>
                </a:tc>
                <a:extLst>
                  <a:ext uri="{0D108BD9-81ED-4DB2-BD59-A6C34878D82A}">
                    <a16:rowId xmlns:a16="http://schemas.microsoft.com/office/drawing/2014/main" val="525262818"/>
                  </a:ext>
                </a:extLst>
              </a:tr>
              <a:tr h="369030">
                <a:tc>
                  <a:txBody>
                    <a:bodyPr/>
                    <a:lstStyle/>
                    <a:p>
                      <a:r>
                        <a:rPr lang="en-US" sz="900" baseline="0" dirty="0">
                          <a:latin typeface="Calibri" panose="020F0502020204030204" pitchFamily="34" charset="0"/>
                          <a:cs typeface="Calibri" panose="020F0502020204030204" pitchFamily="34" charset="0"/>
                        </a:rPr>
                        <a:t>Castaways</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Warner Robins, GA</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211</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June 2017</a:t>
                      </a:r>
                    </a:p>
                    <a:p>
                      <a:endParaRPr lang="en-US" sz="900" baseline="0" dirty="0">
                        <a:latin typeface="Calibri" panose="020F0502020204030204" pitchFamily="34" charset="0"/>
                        <a:cs typeface="Calibri" panose="020F0502020204030204" pitchFamily="34" charset="0"/>
                      </a:endParaRP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$10.6M</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August 2021</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$19.1M</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8.00%</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16.60%</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14.00%</a:t>
                      </a:r>
                    </a:p>
                  </a:txBody>
                  <a:tcPr marL="66899" marR="66899" marT="33450" marB="33450">
                    <a:solidFill>
                      <a:schemeClr val="bg1">
                        <a:lumMod val="95000"/>
                      </a:schemeClr>
                    </a:solidFill>
                  </a:tcPr>
                </a:tc>
                <a:extLst>
                  <a:ext uri="{0D108BD9-81ED-4DB2-BD59-A6C34878D82A}">
                    <a16:rowId xmlns:a16="http://schemas.microsoft.com/office/drawing/2014/main" val="3831669698"/>
                  </a:ext>
                </a:extLst>
              </a:tr>
              <a:tr h="369030">
                <a:tc>
                  <a:txBody>
                    <a:bodyPr/>
                    <a:lstStyle/>
                    <a:p>
                      <a:r>
                        <a:rPr lang="en-US" sz="900" baseline="0" dirty="0">
                          <a:latin typeface="Calibri" panose="020F0502020204030204" pitchFamily="34" charset="0"/>
                          <a:cs typeface="Calibri" panose="020F0502020204030204" pitchFamily="34" charset="0"/>
                        </a:rPr>
                        <a:t>Towne Oaks</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Tyler, TX</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90</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August 2018</a:t>
                      </a:r>
                    </a:p>
                    <a:p>
                      <a:endParaRPr lang="en-US" sz="900" baseline="0" dirty="0">
                        <a:latin typeface="Calibri" panose="020F0502020204030204" pitchFamily="34" charset="0"/>
                        <a:cs typeface="Calibri" panose="020F0502020204030204" pitchFamily="34" charset="0"/>
                      </a:endParaRP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$6.075M</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October 2021</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$19.1M</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8.00%</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26.00%</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33.00%</a:t>
                      </a:r>
                    </a:p>
                  </a:txBody>
                  <a:tcPr marL="66899" marR="66899" marT="33450" marB="33450">
                    <a:solidFill>
                      <a:schemeClr val="bg1">
                        <a:lumMod val="95000"/>
                      </a:schemeClr>
                    </a:solidFill>
                  </a:tcPr>
                </a:tc>
                <a:extLst>
                  <a:ext uri="{0D108BD9-81ED-4DB2-BD59-A6C34878D82A}">
                    <a16:rowId xmlns:a16="http://schemas.microsoft.com/office/drawing/2014/main" val="4195597277"/>
                  </a:ext>
                </a:extLst>
              </a:tr>
              <a:tr h="341220">
                <a:tc>
                  <a:txBody>
                    <a:bodyPr/>
                    <a:lstStyle/>
                    <a:p>
                      <a:r>
                        <a:rPr lang="en-US" sz="900" baseline="0" dirty="0">
                          <a:latin typeface="Calibri" panose="020F0502020204030204" pitchFamily="34" charset="0"/>
                          <a:cs typeface="Calibri" panose="020F0502020204030204" pitchFamily="34" charset="0"/>
                        </a:rPr>
                        <a:t>Villages at Wake Forest</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Winston Salem, NC</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294</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April 2018</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$20.1M</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October 2022</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$43M</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7.50%</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23.3%</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27.60%</a:t>
                      </a:r>
                    </a:p>
                  </a:txBody>
                  <a:tcPr marL="66899" marR="66899" marT="33450" marB="33450">
                    <a:solidFill>
                      <a:schemeClr val="bg1">
                        <a:lumMod val="95000"/>
                      </a:schemeClr>
                    </a:solidFill>
                  </a:tcPr>
                </a:tc>
                <a:extLst>
                  <a:ext uri="{0D108BD9-81ED-4DB2-BD59-A6C34878D82A}">
                    <a16:rowId xmlns:a16="http://schemas.microsoft.com/office/drawing/2014/main" val="3877458877"/>
                  </a:ext>
                </a:extLst>
              </a:tr>
              <a:tr h="298090">
                <a:tc>
                  <a:txBody>
                    <a:bodyPr/>
                    <a:lstStyle/>
                    <a:p>
                      <a:r>
                        <a:rPr lang="en-US" sz="900" baseline="0" dirty="0">
                          <a:latin typeface="Calibri" panose="020F0502020204030204" pitchFamily="34" charset="0"/>
                          <a:cs typeface="Calibri" panose="020F0502020204030204" pitchFamily="34" charset="0"/>
                        </a:rPr>
                        <a:t>Abbey Lake</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Thomasville, GA</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152</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January 2019</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$8.6M</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November 2022</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$14.8M</a:t>
                      </a:r>
                    </a:p>
                  </a:txBody>
                  <a:tcPr marL="66899" marR="66899" marT="33450" marB="33450">
                    <a:solidFill>
                      <a:schemeClr val="bg1">
                        <a:lumMod val="95000"/>
                      </a:schemeClr>
                    </a:solidFill>
                  </a:tcPr>
                </a:tc>
                <a:tc>
                  <a:txBody>
                    <a:bodyPr/>
                    <a:lstStyle/>
                    <a:p>
                      <a:pPr marR="0" algn="l" rtl="0">
                        <a:lnSpc>
                          <a:spcPct val="100000"/>
                        </a:lnSpc>
                        <a:spcBef>
                          <a:spcPts val="0"/>
                        </a:spcBef>
                        <a:spcAft>
                          <a:spcPts val="0"/>
                        </a:spcAft>
                        <a:buClr>
                          <a:srgbClr val="000000"/>
                        </a:buClr>
                        <a:buFont typeface="Arial"/>
                      </a:pPr>
                      <a:r>
                        <a:rPr lang="en-US" sz="900" b="0" i="0" u="none" strike="noStrike" cap="none" baseline="0" dirty="0">
                          <a:solidFill>
                            <a:schemeClr val="dk1"/>
                          </a:solidFill>
                          <a:latin typeface="Calibri" panose="020F0502020204030204" pitchFamily="34" charset="0"/>
                          <a:ea typeface="+mn-ea"/>
                          <a:cs typeface="Calibri" panose="020F0502020204030204" pitchFamily="34" charset="0"/>
                          <a:sym typeface="Arial"/>
                        </a:rPr>
                        <a:t>7.82%</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17.00%</a:t>
                      </a:r>
                    </a:p>
                  </a:txBody>
                  <a:tcPr marL="66899" marR="66899" marT="33450" marB="33450">
                    <a:solidFill>
                      <a:schemeClr val="bg1">
                        <a:lumMod val="95000"/>
                      </a:schemeClr>
                    </a:solidFill>
                  </a:tcPr>
                </a:tc>
                <a:tc>
                  <a:txBody>
                    <a:bodyPr/>
                    <a:lstStyle/>
                    <a:p>
                      <a:r>
                        <a:rPr lang="en-US" sz="900" baseline="0" dirty="0">
                          <a:latin typeface="Calibri" panose="020F0502020204030204" pitchFamily="34" charset="0"/>
                          <a:cs typeface="Calibri" panose="020F0502020204030204" pitchFamily="34" charset="0"/>
                        </a:rPr>
                        <a:t>28.00%</a:t>
                      </a:r>
                    </a:p>
                  </a:txBody>
                  <a:tcPr marL="66899" marR="66899" marT="33450" marB="33450">
                    <a:solidFill>
                      <a:schemeClr val="bg1">
                        <a:lumMod val="95000"/>
                      </a:schemeClr>
                    </a:solidFill>
                  </a:tcPr>
                </a:tc>
                <a:extLst>
                  <a:ext uri="{0D108BD9-81ED-4DB2-BD59-A6C34878D82A}">
                    <a16:rowId xmlns:a16="http://schemas.microsoft.com/office/drawing/2014/main" val="2234550472"/>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Shape 283"/>
        <p:cNvGrpSpPr/>
        <p:nvPr/>
      </p:nvGrpSpPr>
      <p:grpSpPr>
        <a:xfrm>
          <a:off x="0" y="0"/>
          <a:ext cx="0" cy="0"/>
          <a:chOff x="0" y="0"/>
          <a:chExt cx="0" cy="0"/>
        </a:xfrm>
      </p:grpSpPr>
      <p:pic>
        <p:nvPicPr>
          <p:cNvPr id="285" name="Google Shape;285;p43"/>
          <p:cNvPicPr preferRelativeResize="0"/>
          <p:nvPr/>
        </p:nvPicPr>
        <p:blipFill>
          <a:blip r:embed="rId4">
            <a:alphaModFix/>
          </a:blip>
          <a:stretch>
            <a:fillRect/>
          </a:stretch>
        </p:blipFill>
        <p:spPr>
          <a:xfrm>
            <a:off x="7015200" y="4538780"/>
            <a:ext cx="1446651" cy="368020"/>
          </a:xfrm>
          <a:prstGeom prst="rect">
            <a:avLst/>
          </a:prstGeom>
          <a:noFill/>
          <a:ln>
            <a:noFill/>
          </a:ln>
        </p:spPr>
      </p:pic>
      <p:sp>
        <p:nvSpPr>
          <p:cNvPr id="2" name="Subtitle 1">
            <a:extLst>
              <a:ext uri="{FF2B5EF4-FFF2-40B4-BE49-F238E27FC236}">
                <a16:creationId xmlns:a16="http://schemas.microsoft.com/office/drawing/2014/main" id="{B68CCA5D-3C5F-23EB-4E3C-A2B15C836FD1}"/>
              </a:ext>
            </a:extLst>
          </p:cNvPr>
          <p:cNvSpPr>
            <a:spLocks noGrp="1"/>
          </p:cNvSpPr>
          <p:nvPr>
            <p:ph type="subTitle" idx="1"/>
          </p:nvPr>
        </p:nvSpPr>
        <p:spPr>
          <a:xfrm>
            <a:off x="2979197" y="2133126"/>
            <a:ext cx="3499094" cy="1090521"/>
          </a:xfrm>
        </p:spPr>
        <p:txBody>
          <a:bodyPr/>
          <a:lstStyle/>
          <a:p>
            <a:pPr marL="0" indent="0" algn="just">
              <a:buNone/>
            </a:pPr>
            <a:r>
              <a:rPr lang="en-US" sz="4400" b="1" dirty="0">
                <a:solidFill>
                  <a:schemeClr val="bg1"/>
                </a:solidFill>
                <a:latin typeface="Lora" pitchFamily="2" charset="77"/>
                <a:cs typeface="Calibri" panose="020F0502020204030204" pitchFamily="34" charset="0"/>
              </a:rPr>
              <a:t>QUESTIONS</a:t>
            </a:r>
            <a:endParaRPr lang="en-US" sz="4000" dirty="0">
              <a:latin typeface="Calibri" panose="020F0502020204030204" pitchFamily="34" charset="0"/>
              <a:cs typeface="Calibri" panose="020F0502020204030204" pitchFamily="34" charset="0"/>
            </a:endParaRPr>
          </a:p>
          <a:p>
            <a:pPr marL="396875" indent="-285750" algn="just">
              <a:buFont typeface="Arial" panose="020B0604020202020204" pitchFamily="34" charset="0"/>
              <a:buChar char="•"/>
            </a:pPr>
            <a:endParaRPr lang="en-US" sz="4000" dirty="0">
              <a:latin typeface="Calibri" panose="020F0502020204030204" pitchFamily="34" charset="0"/>
              <a:cs typeface="Calibri" panose="020F0502020204030204" pitchFamily="34" charset="0"/>
            </a:endParaRPr>
          </a:p>
          <a:p>
            <a:pPr marL="396875" indent="-285750" algn="just">
              <a:buFont typeface="Arial" panose="020B0604020202020204" pitchFamily="34" charset="0"/>
              <a:buChar char="•"/>
            </a:pPr>
            <a:endParaRPr lang="en-US" sz="3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70261635"/>
      </p:ext>
    </p:extLst>
  </p:cSld>
  <p:clrMapOvr>
    <a:masterClrMapping/>
  </p:clrMapOvr>
</p:sld>
</file>

<file path=ppt/theme/theme1.xml><?xml version="1.0" encoding="utf-8"?>
<a:theme xmlns:a="http://schemas.openxmlformats.org/drawingml/2006/main" name="Simple Modern by Slidesgo">
  <a:themeElements>
    <a:clrScheme name="Simple Light">
      <a:dk1>
        <a:srgbClr val="5B6770"/>
      </a:dk1>
      <a:lt1>
        <a:srgbClr val="FFFFFF"/>
      </a:lt1>
      <a:dk2>
        <a:srgbClr val="002D72"/>
      </a:dk2>
      <a:lt2>
        <a:srgbClr val="B3C3CE"/>
      </a:lt2>
      <a:accent1>
        <a:srgbClr val="B7B7B7"/>
      </a:accent1>
      <a:accent2>
        <a:srgbClr val="B7B7B7"/>
      </a:accent2>
      <a:accent3>
        <a:srgbClr val="FFFFFF"/>
      </a:accent3>
      <a:accent4>
        <a:srgbClr val="002D72"/>
      </a:accent4>
      <a:accent5>
        <a:srgbClr val="002D72"/>
      </a:accent5>
      <a:accent6>
        <a:srgbClr val="5B6770"/>
      </a:accent6>
      <a:hlink>
        <a:srgbClr val="002D7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22395</TotalTime>
  <Words>2416</Words>
  <Application>Microsoft Office PowerPoint</Application>
  <PresentationFormat>On-screen Show (16:9)</PresentationFormat>
  <Paragraphs>258</Paragraphs>
  <Slides>26</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Josefin Sans</vt:lpstr>
      <vt:lpstr>Barlow Condensed ExtraBold</vt:lpstr>
      <vt:lpstr>Calibri</vt:lpstr>
      <vt:lpstr>Lora</vt:lpstr>
      <vt:lpstr>Barlow</vt:lpstr>
      <vt:lpstr>Barlow Medium</vt:lpstr>
      <vt:lpstr>Simple Modern by Slidesgo</vt:lpstr>
      <vt:lpstr>AI Gateway Fund</vt:lpstr>
      <vt:lpstr>Disclaimer</vt:lpstr>
      <vt:lpstr>Disclaimer Cont.</vt:lpstr>
      <vt:lpstr>Table of Contents</vt:lpstr>
      <vt:lpstr>Executive Summary</vt:lpstr>
      <vt:lpstr>Executive Summary</vt:lpstr>
      <vt:lpstr>AI Gateway Opportunity Fund</vt:lpstr>
      <vt:lpstr>2</vt:lpstr>
      <vt:lpstr>Why We Like Preferred Equity</vt:lpstr>
      <vt:lpstr>Position Held</vt:lpstr>
      <vt:lpstr>Investor Returns</vt:lpstr>
      <vt:lpstr>Strengths, Risks, and Mitigates</vt:lpstr>
      <vt:lpstr> Project 1: Culpeper AI Gateway  </vt:lpstr>
      <vt:lpstr>Culpeper AI Gateway  </vt:lpstr>
      <vt:lpstr>PowerPoint Presentation</vt:lpstr>
      <vt:lpstr> Project 2: Old CC AI Gateway  </vt:lpstr>
      <vt:lpstr>  Old CC Investment Highlights  </vt:lpstr>
      <vt:lpstr> Old CC Current Market  </vt:lpstr>
      <vt:lpstr> Old CC Assemblage</vt:lpstr>
      <vt:lpstr> Old CC Assemblage</vt:lpstr>
      <vt:lpstr>PowerPoint Presentation</vt:lpstr>
      <vt:lpstr>PowerPoint Presentation</vt:lpstr>
      <vt:lpstr>Who We Are</vt:lpstr>
      <vt:lpstr>Who We Are</vt:lpstr>
      <vt:lpstr>Track Record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Real Estate Investment Firm</dc:title>
  <dc:creator>Lindsay Stough</dc:creator>
  <cp:lastModifiedBy>Daniel Woodford</cp:lastModifiedBy>
  <cp:revision>88</cp:revision>
  <cp:lastPrinted>2024-11-20T17:26:05Z</cp:lastPrinted>
  <dcterms:modified xsi:type="dcterms:W3CDTF">2025-05-22T11:07:17Z</dcterms:modified>
</cp:coreProperties>
</file>